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145709071" r:id="rId2"/>
    <p:sldId id="2147474168" r:id="rId3"/>
    <p:sldId id="2147474169" r:id="rId4"/>
    <p:sldId id="2147474176" r:id="rId5"/>
    <p:sldId id="2147474172" r:id="rId6"/>
    <p:sldId id="2147474175" r:id="rId7"/>
    <p:sldId id="214747417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2F74D94-297E-4FAF-9895-8BFBD3E53F34}">
          <p14:sldIdLst>
            <p14:sldId id="2145709071"/>
            <p14:sldId id="2147474168"/>
            <p14:sldId id="2147474169"/>
            <p14:sldId id="2147474176"/>
            <p14:sldId id="2147474172"/>
            <p14:sldId id="2147474175"/>
            <p14:sldId id="21474741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64FE1C-9CF3-7E8B-9129-AA73D283985D}" name="Mohit Agarwal" initials="" userId="S::Mohit.Agarwal3@Evalueserve.com::c1c69ca0-5739-491d-bdee-947919b516f7" providerId="AD"/>
  <p188:author id="{2F4862A5-5644-CDB6-56AB-3D4ED4D2072E}" name="Mohit Srivastava" initials="MS" userId="S::Mohit.Srivastava2@Evalueserve.com::722afcf3-8a2e-49b6-8008-c0e904777c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386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1A01-40A0-403C-825C-F66B5EA18463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55B1-0CF6-4952-BBE9-FA082A1D73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484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6077C7-D987-43E8-8DBF-729E2B9862E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685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6077C7-D987-43E8-8DBF-729E2B9862E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804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8286-CEB6-8E95-C469-C35B67446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2843B-8183-1D96-31F3-29DBC3FF4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59277-5D5D-EB2A-3EFB-76F346B55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76143-69BF-0340-C757-5E879BAB7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6077C7-D987-43E8-8DBF-729E2B9862E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995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B007B-E748-CF28-0B5D-5B162E14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B878F0-AB00-14FD-6A5D-6E9B5D114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C01B7-0EB1-040A-FCAB-EF1156B3D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ABE1B-DF48-1317-4C67-EDA51A3C6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6077C7-D987-43E8-8DBF-729E2B9862E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223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0.sv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0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ed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3014224-1045-4EDC-AAD4-40B561B44A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42440" y="2012965"/>
            <a:ext cx="3201560" cy="4284648"/>
          </a:xfrm>
          <a:custGeom>
            <a:avLst/>
            <a:gdLst>
              <a:gd name="connsiteX0" fmla="*/ 2047529 w 4268746"/>
              <a:gd name="connsiteY0" fmla="*/ 3183018 h 4284648"/>
              <a:gd name="connsiteX1" fmla="*/ 3785884 w 4268746"/>
              <a:gd name="connsiteY1" fmla="*/ 3183018 h 4284648"/>
              <a:gd name="connsiteX2" fmla="*/ 4242833 w 4268746"/>
              <a:gd name="connsiteY2" fmla="*/ 3425978 h 4284648"/>
              <a:gd name="connsiteX3" fmla="*/ 4268746 w 4268746"/>
              <a:gd name="connsiteY3" fmla="*/ 3473719 h 4284648"/>
              <a:gd name="connsiteX4" fmla="*/ 4268746 w 4268746"/>
              <a:gd name="connsiteY4" fmla="*/ 3994445 h 4284648"/>
              <a:gd name="connsiteX5" fmla="*/ 4242833 w 4268746"/>
              <a:gd name="connsiteY5" fmla="*/ 4042186 h 4284648"/>
              <a:gd name="connsiteX6" fmla="*/ 3856069 w 4268746"/>
              <a:gd name="connsiteY6" fmla="*/ 4280719 h 4284648"/>
              <a:gd name="connsiteX7" fmla="*/ 3793778 w 4268746"/>
              <a:gd name="connsiteY7" fmla="*/ 4284648 h 4284648"/>
              <a:gd name="connsiteX8" fmla="*/ 2042595 w 4268746"/>
              <a:gd name="connsiteY8" fmla="*/ 4284648 h 4284648"/>
              <a:gd name="connsiteX9" fmla="*/ 1936468 w 4268746"/>
              <a:gd name="connsiteY9" fmla="*/ 4273937 h 4284648"/>
              <a:gd name="connsiteX10" fmla="*/ 1496467 w 4268746"/>
              <a:gd name="connsiteY10" fmla="*/ 3734018 h 4284648"/>
              <a:gd name="connsiteX11" fmla="*/ 1496467 w 4268746"/>
              <a:gd name="connsiteY11" fmla="*/ 3733955 h 4284648"/>
              <a:gd name="connsiteX12" fmla="*/ 2047529 w 4268746"/>
              <a:gd name="connsiteY12" fmla="*/ 3183018 h 4284648"/>
              <a:gd name="connsiteX13" fmla="*/ 551062 w 4268746"/>
              <a:gd name="connsiteY13" fmla="*/ 3182955 h 4284648"/>
              <a:gd name="connsiteX14" fmla="*/ 551317 w 4268746"/>
              <a:gd name="connsiteY14" fmla="*/ 3182955 h 4284648"/>
              <a:gd name="connsiteX15" fmla="*/ 1102379 w 4268746"/>
              <a:gd name="connsiteY15" fmla="*/ 3734018 h 4284648"/>
              <a:gd name="connsiteX16" fmla="*/ 662375 w 4268746"/>
              <a:gd name="connsiteY16" fmla="*/ 4273887 h 4284648"/>
              <a:gd name="connsiteX17" fmla="*/ 555622 w 4268746"/>
              <a:gd name="connsiteY17" fmla="*/ 4284648 h 4284648"/>
              <a:gd name="connsiteX18" fmla="*/ 547012 w 4268746"/>
              <a:gd name="connsiteY18" fmla="*/ 4284648 h 4284648"/>
              <a:gd name="connsiteX19" fmla="*/ 440260 w 4268746"/>
              <a:gd name="connsiteY19" fmla="*/ 4273887 h 4284648"/>
              <a:gd name="connsiteX20" fmla="*/ 255 w 4268746"/>
              <a:gd name="connsiteY20" fmla="*/ 3734018 h 4284648"/>
              <a:gd name="connsiteX21" fmla="*/ 64 w 4268746"/>
              <a:gd name="connsiteY21" fmla="*/ 3734082 h 4284648"/>
              <a:gd name="connsiteX22" fmla="*/ 64 w 4268746"/>
              <a:gd name="connsiteY22" fmla="*/ 3733955 h 4284648"/>
              <a:gd name="connsiteX23" fmla="*/ 551062 w 4268746"/>
              <a:gd name="connsiteY23" fmla="*/ 3182955 h 4284648"/>
              <a:gd name="connsiteX24" fmla="*/ 3785884 w 4268746"/>
              <a:gd name="connsiteY24" fmla="*/ 1591573 h 4284648"/>
              <a:gd name="connsiteX25" fmla="*/ 4242833 w 4268746"/>
              <a:gd name="connsiteY25" fmla="*/ 1834532 h 4284648"/>
              <a:gd name="connsiteX26" fmla="*/ 4268746 w 4268746"/>
              <a:gd name="connsiteY26" fmla="*/ 1882274 h 4284648"/>
              <a:gd name="connsiteX27" fmla="*/ 4268746 w 4268746"/>
              <a:gd name="connsiteY27" fmla="*/ 2403001 h 4284648"/>
              <a:gd name="connsiteX28" fmla="*/ 4242846 w 4268746"/>
              <a:gd name="connsiteY28" fmla="*/ 2450721 h 4284648"/>
              <a:gd name="connsiteX29" fmla="*/ 3785948 w 4268746"/>
              <a:gd name="connsiteY29" fmla="*/ 2693700 h 4284648"/>
              <a:gd name="connsiteX30" fmla="*/ 3785884 w 4268746"/>
              <a:gd name="connsiteY30" fmla="*/ 2693700 h 4284648"/>
              <a:gd name="connsiteX31" fmla="*/ 3234823 w 4268746"/>
              <a:gd name="connsiteY31" fmla="*/ 2142637 h 4284648"/>
              <a:gd name="connsiteX32" fmla="*/ 3785884 w 4268746"/>
              <a:gd name="connsiteY32" fmla="*/ 1591573 h 4284648"/>
              <a:gd name="connsiteX33" fmla="*/ 551062 w 4268746"/>
              <a:gd name="connsiteY33" fmla="*/ 1591573 h 4284648"/>
              <a:gd name="connsiteX34" fmla="*/ 2289673 w 4268746"/>
              <a:gd name="connsiteY34" fmla="*/ 1591573 h 4284648"/>
              <a:gd name="connsiteX35" fmla="*/ 2840734 w 4268746"/>
              <a:gd name="connsiteY35" fmla="*/ 2142637 h 4284648"/>
              <a:gd name="connsiteX36" fmla="*/ 2289673 w 4268746"/>
              <a:gd name="connsiteY36" fmla="*/ 2693700 h 4284648"/>
              <a:gd name="connsiteX37" fmla="*/ 551062 w 4268746"/>
              <a:gd name="connsiteY37" fmla="*/ 2693700 h 4284648"/>
              <a:gd name="connsiteX38" fmla="*/ 64 w 4268746"/>
              <a:gd name="connsiteY38" fmla="*/ 2142700 h 4284648"/>
              <a:gd name="connsiteX39" fmla="*/ 1 w 4268746"/>
              <a:gd name="connsiteY39" fmla="*/ 2142573 h 4284648"/>
              <a:gd name="connsiteX40" fmla="*/ 1 w 4268746"/>
              <a:gd name="connsiteY40" fmla="*/ 2142509 h 4284648"/>
              <a:gd name="connsiteX41" fmla="*/ 551062 w 4268746"/>
              <a:gd name="connsiteY41" fmla="*/ 1591573 h 4284648"/>
              <a:gd name="connsiteX42" fmla="*/ 551126 w 4268746"/>
              <a:gd name="connsiteY42" fmla="*/ 64 h 4284648"/>
              <a:gd name="connsiteX43" fmla="*/ 1102124 w 4268746"/>
              <a:gd name="connsiteY43" fmla="*/ 551191 h 4284648"/>
              <a:gd name="connsiteX44" fmla="*/ 1102188 w 4268746"/>
              <a:gd name="connsiteY44" fmla="*/ 551064 h 4284648"/>
              <a:gd name="connsiteX45" fmla="*/ 551062 w 4268746"/>
              <a:gd name="connsiteY45" fmla="*/ 1102191 h 4284648"/>
              <a:gd name="connsiteX46" fmla="*/ 550999 w 4268746"/>
              <a:gd name="connsiteY46" fmla="*/ 1102191 h 4284648"/>
              <a:gd name="connsiteX47" fmla="*/ 1 w 4268746"/>
              <a:gd name="connsiteY47" fmla="*/ 551064 h 4284648"/>
              <a:gd name="connsiteX48" fmla="*/ 551126 w 4268746"/>
              <a:gd name="connsiteY48" fmla="*/ 64 h 4284648"/>
              <a:gd name="connsiteX49" fmla="*/ 2047529 w 4268746"/>
              <a:gd name="connsiteY49" fmla="*/ 0 h 4284648"/>
              <a:gd name="connsiteX50" fmla="*/ 3785694 w 4268746"/>
              <a:gd name="connsiteY50" fmla="*/ 0 h 4284648"/>
              <a:gd name="connsiteX51" fmla="*/ 4242642 w 4268746"/>
              <a:gd name="connsiteY51" fmla="*/ 242960 h 4284648"/>
              <a:gd name="connsiteX52" fmla="*/ 4268746 w 4268746"/>
              <a:gd name="connsiteY52" fmla="*/ 291053 h 4284648"/>
              <a:gd name="connsiteX53" fmla="*/ 4268746 w 4268746"/>
              <a:gd name="connsiteY53" fmla="*/ 811427 h 4284648"/>
              <a:gd name="connsiteX54" fmla="*/ 4242833 w 4268746"/>
              <a:gd name="connsiteY54" fmla="*/ 859168 h 4284648"/>
              <a:gd name="connsiteX55" fmla="*/ 3785884 w 4268746"/>
              <a:gd name="connsiteY55" fmla="*/ 1102127 h 4284648"/>
              <a:gd name="connsiteX56" fmla="*/ 2047529 w 4268746"/>
              <a:gd name="connsiteY56" fmla="*/ 1102127 h 4284648"/>
              <a:gd name="connsiteX57" fmla="*/ 1496467 w 4268746"/>
              <a:gd name="connsiteY57" fmla="*/ 551064 h 4284648"/>
              <a:gd name="connsiteX58" fmla="*/ 2047529 w 4268746"/>
              <a:gd name="connsiteY58" fmla="*/ 0 h 4284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268746" h="4284648">
                <a:moveTo>
                  <a:pt x="2047529" y="3183018"/>
                </a:moveTo>
                <a:lnTo>
                  <a:pt x="3785884" y="3183018"/>
                </a:lnTo>
                <a:cubicBezTo>
                  <a:pt x="3976098" y="3183018"/>
                  <a:pt x="4143803" y="3279394"/>
                  <a:pt x="4242833" y="3425978"/>
                </a:cubicBezTo>
                <a:lnTo>
                  <a:pt x="4268746" y="3473719"/>
                </a:lnTo>
                <a:lnTo>
                  <a:pt x="4268746" y="3994445"/>
                </a:lnTo>
                <a:lnTo>
                  <a:pt x="4242833" y="4042186"/>
                </a:lnTo>
                <a:cubicBezTo>
                  <a:pt x="4156182" y="4170447"/>
                  <a:pt x="4016951" y="4260268"/>
                  <a:pt x="3856069" y="4280719"/>
                </a:cubicBezTo>
                <a:lnTo>
                  <a:pt x="3793778" y="4284648"/>
                </a:lnTo>
                <a:lnTo>
                  <a:pt x="2042595" y="4284648"/>
                </a:lnTo>
                <a:lnTo>
                  <a:pt x="1936468" y="4273937"/>
                </a:lnTo>
                <a:cubicBezTo>
                  <a:pt x="1685353" y="4222524"/>
                  <a:pt x="1496467" y="4000329"/>
                  <a:pt x="1496467" y="3734018"/>
                </a:cubicBezTo>
                <a:cubicBezTo>
                  <a:pt x="1496467" y="3733999"/>
                  <a:pt x="1496467" y="3733974"/>
                  <a:pt x="1496467" y="3733955"/>
                </a:cubicBezTo>
                <a:cubicBezTo>
                  <a:pt x="1496505" y="3429645"/>
                  <a:pt x="1743219" y="3182987"/>
                  <a:pt x="2047529" y="3183018"/>
                </a:cubicBezTo>
                <a:close/>
                <a:moveTo>
                  <a:pt x="551062" y="3182955"/>
                </a:moveTo>
                <a:cubicBezTo>
                  <a:pt x="551145" y="3182955"/>
                  <a:pt x="551234" y="3182955"/>
                  <a:pt x="551317" y="3182955"/>
                </a:cubicBezTo>
                <a:cubicBezTo>
                  <a:pt x="855658" y="3182955"/>
                  <a:pt x="1102379" y="3429676"/>
                  <a:pt x="1102379" y="3734018"/>
                </a:cubicBezTo>
                <a:cubicBezTo>
                  <a:pt x="1102379" y="4000318"/>
                  <a:pt x="913483" y="4222502"/>
                  <a:pt x="662375" y="4273887"/>
                </a:cubicBezTo>
                <a:lnTo>
                  <a:pt x="555622" y="4284648"/>
                </a:lnTo>
                <a:lnTo>
                  <a:pt x="547012" y="4284648"/>
                </a:lnTo>
                <a:lnTo>
                  <a:pt x="440260" y="4273887"/>
                </a:lnTo>
                <a:cubicBezTo>
                  <a:pt x="189151" y="4222502"/>
                  <a:pt x="255" y="4000318"/>
                  <a:pt x="255" y="3734018"/>
                </a:cubicBezTo>
                <a:lnTo>
                  <a:pt x="64" y="3734082"/>
                </a:lnTo>
                <a:cubicBezTo>
                  <a:pt x="64" y="3734037"/>
                  <a:pt x="64" y="3733999"/>
                  <a:pt x="64" y="3733955"/>
                </a:cubicBezTo>
                <a:cubicBezTo>
                  <a:pt x="64" y="3429645"/>
                  <a:pt x="246753" y="3182955"/>
                  <a:pt x="551062" y="3182955"/>
                </a:cubicBezTo>
                <a:close/>
                <a:moveTo>
                  <a:pt x="3785884" y="1591573"/>
                </a:moveTo>
                <a:cubicBezTo>
                  <a:pt x="3976098" y="1591573"/>
                  <a:pt x="4143803" y="1687948"/>
                  <a:pt x="4242833" y="1834532"/>
                </a:cubicBezTo>
                <a:lnTo>
                  <a:pt x="4268746" y="1882274"/>
                </a:lnTo>
                <a:lnTo>
                  <a:pt x="4268746" y="2403001"/>
                </a:lnTo>
                <a:lnTo>
                  <a:pt x="4242846" y="2450721"/>
                </a:lnTo>
                <a:cubicBezTo>
                  <a:pt x="4143830" y="2597300"/>
                  <a:pt x="3976145" y="2693680"/>
                  <a:pt x="3785948" y="2693700"/>
                </a:cubicBezTo>
                <a:cubicBezTo>
                  <a:pt x="3785929" y="2693700"/>
                  <a:pt x="3785903" y="2693700"/>
                  <a:pt x="3785884" y="2693700"/>
                </a:cubicBezTo>
                <a:cubicBezTo>
                  <a:pt x="3481543" y="2693700"/>
                  <a:pt x="3234823" y="2446979"/>
                  <a:pt x="3234823" y="2142637"/>
                </a:cubicBezTo>
                <a:cubicBezTo>
                  <a:pt x="3234823" y="1838294"/>
                  <a:pt x="3481543" y="1591573"/>
                  <a:pt x="3785884" y="1591573"/>
                </a:cubicBezTo>
                <a:close/>
                <a:moveTo>
                  <a:pt x="551062" y="1591573"/>
                </a:moveTo>
                <a:lnTo>
                  <a:pt x="2289673" y="1591573"/>
                </a:lnTo>
                <a:cubicBezTo>
                  <a:pt x="2594014" y="1591573"/>
                  <a:pt x="2840734" y="1838294"/>
                  <a:pt x="2840734" y="2142637"/>
                </a:cubicBezTo>
                <a:cubicBezTo>
                  <a:pt x="2840734" y="2446979"/>
                  <a:pt x="2594014" y="2693700"/>
                  <a:pt x="2289673" y="2693700"/>
                </a:cubicBezTo>
                <a:lnTo>
                  <a:pt x="551062" y="2693700"/>
                </a:lnTo>
                <a:cubicBezTo>
                  <a:pt x="246785" y="2693630"/>
                  <a:pt x="134" y="2446979"/>
                  <a:pt x="64" y="2142700"/>
                </a:cubicBezTo>
                <a:lnTo>
                  <a:pt x="1" y="2142573"/>
                </a:lnTo>
                <a:cubicBezTo>
                  <a:pt x="1" y="2142554"/>
                  <a:pt x="1" y="2142528"/>
                  <a:pt x="1" y="2142509"/>
                </a:cubicBezTo>
                <a:cubicBezTo>
                  <a:pt x="36" y="1838199"/>
                  <a:pt x="246753" y="1591535"/>
                  <a:pt x="551062" y="1591573"/>
                </a:cubicBezTo>
                <a:close/>
                <a:moveTo>
                  <a:pt x="551126" y="64"/>
                </a:moveTo>
                <a:cubicBezTo>
                  <a:pt x="855467" y="102"/>
                  <a:pt x="1102162" y="246849"/>
                  <a:pt x="1102124" y="551191"/>
                </a:cubicBezTo>
                <a:lnTo>
                  <a:pt x="1102188" y="551064"/>
                </a:lnTo>
                <a:cubicBezTo>
                  <a:pt x="1102188" y="855444"/>
                  <a:pt x="855442" y="1102191"/>
                  <a:pt x="551062" y="1102191"/>
                </a:cubicBezTo>
                <a:cubicBezTo>
                  <a:pt x="551043" y="1102191"/>
                  <a:pt x="551018" y="1102191"/>
                  <a:pt x="550999" y="1102191"/>
                </a:cubicBezTo>
                <a:cubicBezTo>
                  <a:pt x="246657" y="1102153"/>
                  <a:pt x="-34" y="855406"/>
                  <a:pt x="1" y="551064"/>
                </a:cubicBezTo>
                <a:cubicBezTo>
                  <a:pt x="36" y="246721"/>
                  <a:pt x="246785" y="25"/>
                  <a:pt x="551126" y="64"/>
                </a:cubicBezTo>
                <a:close/>
                <a:moveTo>
                  <a:pt x="2047529" y="0"/>
                </a:moveTo>
                <a:lnTo>
                  <a:pt x="3785694" y="0"/>
                </a:lnTo>
                <a:cubicBezTo>
                  <a:pt x="3975907" y="0"/>
                  <a:pt x="4143612" y="96376"/>
                  <a:pt x="4242642" y="242960"/>
                </a:cubicBezTo>
                <a:lnTo>
                  <a:pt x="4268746" y="291053"/>
                </a:lnTo>
                <a:lnTo>
                  <a:pt x="4268746" y="811427"/>
                </a:lnTo>
                <a:lnTo>
                  <a:pt x="4242833" y="859168"/>
                </a:lnTo>
                <a:cubicBezTo>
                  <a:pt x="4143803" y="1005752"/>
                  <a:pt x="3976098" y="1102127"/>
                  <a:pt x="3785884" y="1102127"/>
                </a:cubicBezTo>
                <a:lnTo>
                  <a:pt x="2047529" y="1102127"/>
                </a:lnTo>
                <a:cubicBezTo>
                  <a:pt x="1743188" y="1102127"/>
                  <a:pt x="1496467" y="855406"/>
                  <a:pt x="1496467" y="551064"/>
                </a:cubicBezTo>
                <a:cubicBezTo>
                  <a:pt x="1496467" y="246721"/>
                  <a:pt x="1743188" y="0"/>
                  <a:pt x="2047529" y="0"/>
                </a:cubicBezTo>
                <a:close/>
              </a:path>
            </a:pathLst>
          </a:custGeom>
          <a:solidFill>
            <a:srgbClr val="E6E7E8"/>
          </a:solidFill>
        </p:spPr>
        <p:txBody>
          <a:bodyPr wrap="square" anchor="ctr" anchorCtr="0">
            <a:noAutofit/>
          </a:bodyPr>
          <a:lstStyle>
            <a:lvl1pPr marL="0" indent="0">
              <a:spcBef>
                <a:spcPts val="900"/>
              </a:spcBef>
              <a:buNone/>
              <a:defRPr sz="1050"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ADE7B54-1E97-C274-9745-F2DB9DDAE3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6" y="4561367"/>
            <a:ext cx="3855227" cy="1102832"/>
          </a:xfrm>
          <a:prstGeom prst="rect">
            <a:avLst/>
          </a:prstGeom>
        </p:spPr>
        <p:txBody>
          <a:bodyPr lIns="0" tIns="36000" rIns="0" bIns="36000">
            <a:normAutofit/>
          </a:bodyPr>
          <a:lstStyle>
            <a:lvl1pPr marL="0" indent="0" algn="l">
              <a:buNone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endParaRPr lang="en-GB"/>
          </a:p>
        </p:txBody>
      </p:sp>
      <p:sp>
        <p:nvSpPr>
          <p:cNvPr id="7" name="Title 22">
            <a:extLst>
              <a:ext uri="{FF2B5EF4-FFF2-40B4-BE49-F238E27FC236}">
                <a16:creationId xmlns:a16="http://schemas.microsoft.com/office/drawing/2014/main" id="{1072A916-5649-FBBE-1F38-598BE03B9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3030360"/>
            <a:ext cx="3867150" cy="903700"/>
          </a:xfrm>
        </p:spPr>
        <p:txBody>
          <a:bodyPr lIns="0" tIns="36000" rIns="0" bIns="36000" anchor="ctr" anchorCtr="0">
            <a:sp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Title placeholder </a:t>
            </a:r>
            <a:r>
              <a:rPr lang="en-US" err="1"/>
              <a:t>alitori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exeri</a:t>
            </a:r>
            <a:r>
              <a:rPr lang="en-US"/>
              <a:t> </a:t>
            </a:r>
            <a:r>
              <a:rPr lang="en-US" err="1"/>
              <a:t>bearitati</a:t>
            </a:r>
            <a:r>
              <a:rPr lang="en-US"/>
              <a:t> </a:t>
            </a:r>
            <a:r>
              <a:rPr lang="en-US" err="1"/>
              <a:t>ut</a:t>
            </a:r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1B50265-88E1-0866-781B-AB72E55DB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8625" y="5826126"/>
            <a:ext cx="1570435" cy="650875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D1FA0C-B7C3-8EA9-0B8D-364A404464B6}"/>
              </a:ext>
            </a:extLst>
          </p:cNvPr>
          <p:cNvSpPr/>
          <p:nvPr userDrawn="1"/>
        </p:nvSpPr>
        <p:spPr>
          <a:xfrm rot="10800000">
            <a:off x="428625" y="4280963"/>
            <a:ext cx="724193" cy="72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A83031-E139-F76F-B54D-433EF872A41A}"/>
              </a:ext>
            </a:extLst>
          </p:cNvPr>
          <p:cNvGrpSpPr/>
          <p:nvPr userDrawn="1"/>
        </p:nvGrpSpPr>
        <p:grpSpPr>
          <a:xfrm>
            <a:off x="428626" y="557075"/>
            <a:ext cx="1428749" cy="195571"/>
            <a:chOff x="9848850" y="557074"/>
            <a:chExt cx="1904999" cy="195571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5978A99-D989-8553-DE25-BB9440A0175C}"/>
                </a:ext>
              </a:extLst>
            </p:cNvPr>
            <p:cNvSpPr/>
            <p:nvPr/>
          </p:nvSpPr>
          <p:spPr>
            <a:xfrm>
              <a:off x="9848850" y="560843"/>
              <a:ext cx="122454" cy="188307"/>
            </a:xfrm>
            <a:custGeom>
              <a:avLst/>
              <a:gdLst>
                <a:gd name="connsiteX0" fmla="*/ 0 w 122454"/>
                <a:gd name="connsiteY0" fmla="*/ 0 h 188307"/>
                <a:gd name="connsiteX1" fmla="*/ 0 w 122454"/>
                <a:gd name="connsiteY1" fmla="*/ 188307 h 188307"/>
                <a:gd name="connsiteX2" fmla="*/ 122455 w 122454"/>
                <a:gd name="connsiteY2" fmla="*/ 188307 h 188307"/>
                <a:gd name="connsiteX3" fmla="*/ 122455 w 122454"/>
                <a:gd name="connsiteY3" fmla="*/ 157813 h 188307"/>
                <a:gd name="connsiteX4" fmla="*/ 33235 w 122454"/>
                <a:gd name="connsiteY4" fmla="*/ 157813 h 188307"/>
                <a:gd name="connsiteX5" fmla="*/ 33235 w 122454"/>
                <a:gd name="connsiteY5" fmla="*/ 112792 h 188307"/>
                <a:gd name="connsiteX6" fmla="*/ 114163 w 122454"/>
                <a:gd name="connsiteY6" fmla="*/ 112792 h 188307"/>
                <a:gd name="connsiteX7" fmla="*/ 114163 w 122454"/>
                <a:gd name="connsiteY7" fmla="*/ 83327 h 188307"/>
                <a:gd name="connsiteX8" fmla="*/ 33235 w 122454"/>
                <a:gd name="connsiteY8" fmla="*/ 83327 h 188307"/>
                <a:gd name="connsiteX9" fmla="*/ 33235 w 122454"/>
                <a:gd name="connsiteY9" fmla="*/ 30562 h 188307"/>
                <a:gd name="connsiteX10" fmla="*/ 122455 w 122454"/>
                <a:gd name="connsiteY10" fmla="*/ 30562 h 188307"/>
                <a:gd name="connsiteX11" fmla="*/ 122455 w 122454"/>
                <a:gd name="connsiteY11" fmla="*/ 0 h 188307"/>
                <a:gd name="connsiteX12" fmla="*/ 0 w 122454"/>
                <a:gd name="connsiteY12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07">
                  <a:moveTo>
                    <a:pt x="0" y="0"/>
                  </a:moveTo>
                  <a:lnTo>
                    <a:pt x="0" y="188307"/>
                  </a:lnTo>
                  <a:lnTo>
                    <a:pt x="122455" y="188307"/>
                  </a:lnTo>
                  <a:lnTo>
                    <a:pt x="122455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5" y="30562"/>
                  </a:lnTo>
                  <a:lnTo>
                    <a:pt x="12245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514792-C374-1304-7EA4-AA093352E3B1}"/>
                </a:ext>
              </a:extLst>
            </p:cNvPr>
            <p:cNvSpPr/>
            <p:nvPr/>
          </p:nvSpPr>
          <p:spPr>
            <a:xfrm>
              <a:off x="9998097" y="560843"/>
              <a:ext cx="185908" cy="190705"/>
            </a:xfrm>
            <a:custGeom>
              <a:avLst/>
              <a:gdLst>
                <a:gd name="connsiteX0" fmla="*/ 151098 w 185908"/>
                <a:gd name="connsiteY0" fmla="*/ 0 h 190705"/>
                <a:gd name="connsiteX1" fmla="*/ 93263 w 185908"/>
                <a:gd name="connsiteY1" fmla="*/ 128622 h 190705"/>
                <a:gd name="connsiteX2" fmla="*/ 35633 w 185908"/>
                <a:gd name="connsiteY2" fmla="*/ 0 h 190705"/>
                <a:gd name="connsiteX3" fmla="*/ 0 w 185908"/>
                <a:gd name="connsiteY3" fmla="*/ 0 h 190705"/>
                <a:gd name="connsiteX4" fmla="*/ 87301 w 185908"/>
                <a:gd name="connsiteY4" fmla="*/ 190706 h 190705"/>
                <a:gd name="connsiteX5" fmla="*/ 98608 w 185908"/>
                <a:gd name="connsiteY5" fmla="*/ 190706 h 190705"/>
                <a:gd name="connsiteX6" fmla="*/ 185909 w 185908"/>
                <a:gd name="connsiteY6" fmla="*/ 0 h 190705"/>
                <a:gd name="connsiteX7" fmla="*/ 151098 w 185908"/>
                <a:gd name="connsiteY7" fmla="*/ 0 h 190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08" h="190705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01" y="190706"/>
                  </a:lnTo>
                  <a:lnTo>
                    <a:pt x="98608" y="190706"/>
                  </a:lnTo>
                  <a:lnTo>
                    <a:pt x="185909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89966C5-8C34-9DD7-252E-3DBD372EE44A}"/>
                </a:ext>
              </a:extLst>
            </p:cNvPr>
            <p:cNvSpPr/>
            <p:nvPr/>
          </p:nvSpPr>
          <p:spPr>
            <a:xfrm>
              <a:off x="10165231" y="559199"/>
              <a:ext cx="184606" cy="190020"/>
            </a:xfrm>
            <a:custGeom>
              <a:avLst/>
              <a:gdLst>
                <a:gd name="connsiteX0" fmla="*/ 90701 w 184606"/>
                <a:gd name="connsiteY0" fmla="*/ 60490 h 190020"/>
                <a:gd name="connsiteX1" fmla="*/ 119345 w 184606"/>
                <a:gd name="connsiteY1" fmla="*/ 125314 h 190020"/>
                <a:gd name="connsiteX2" fmla="*/ 61989 w 184606"/>
                <a:gd name="connsiteY2" fmla="*/ 125314 h 190020"/>
                <a:gd name="connsiteX3" fmla="*/ 87481 w 184606"/>
                <a:gd name="connsiteY3" fmla="*/ -635 h 190020"/>
                <a:gd name="connsiteX4" fmla="*/ -985 w 184606"/>
                <a:gd name="connsiteY4" fmla="*/ 189385 h 190020"/>
                <a:gd name="connsiteX5" fmla="*/ 33826 w 184606"/>
                <a:gd name="connsiteY5" fmla="*/ 189385 h 190020"/>
                <a:gd name="connsiteX6" fmla="*/ 50203 w 184606"/>
                <a:gd name="connsiteY6" fmla="*/ 151833 h 190020"/>
                <a:gd name="connsiteX7" fmla="*/ 131131 w 184606"/>
                <a:gd name="connsiteY7" fmla="*/ 151833 h 190020"/>
                <a:gd name="connsiteX8" fmla="*/ 147714 w 184606"/>
                <a:gd name="connsiteY8" fmla="*/ 189385 h 190020"/>
                <a:gd name="connsiteX9" fmla="*/ 183622 w 184606"/>
                <a:gd name="connsiteY9" fmla="*/ 189385 h 190020"/>
                <a:gd name="connsiteX10" fmla="*/ 95155 w 184606"/>
                <a:gd name="connsiteY10" fmla="*/ -635 h 19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4606" h="190020">
                  <a:moveTo>
                    <a:pt x="90701" y="60490"/>
                  </a:moveTo>
                  <a:lnTo>
                    <a:pt x="119345" y="125314"/>
                  </a:lnTo>
                  <a:lnTo>
                    <a:pt x="61989" y="125314"/>
                  </a:lnTo>
                  <a:close/>
                  <a:moveTo>
                    <a:pt x="87481" y="-635"/>
                  </a:moveTo>
                  <a:lnTo>
                    <a:pt x="-985" y="189385"/>
                  </a:lnTo>
                  <a:lnTo>
                    <a:pt x="33826" y="189385"/>
                  </a:lnTo>
                  <a:lnTo>
                    <a:pt x="50203" y="151833"/>
                  </a:lnTo>
                  <a:lnTo>
                    <a:pt x="131131" y="151833"/>
                  </a:lnTo>
                  <a:lnTo>
                    <a:pt x="147714" y="189385"/>
                  </a:lnTo>
                  <a:lnTo>
                    <a:pt x="183622" y="189385"/>
                  </a:lnTo>
                  <a:lnTo>
                    <a:pt x="95155" y="-635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2B3F9F9-E757-7523-2F9F-CC4D5B4F8C3E}"/>
                </a:ext>
              </a:extLst>
            </p:cNvPr>
            <p:cNvSpPr/>
            <p:nvPr/>
          </p:nvSpPr>
          <p:spPr>
            <a:xfrm>
              <a:off x="10381222" y="560843"/>
              <a:ext cx="122385" cy="188307"/>
            </a:xfrm>
            <a:custGeom>
              <a:avLst/>
              <a:gdLst>
                <a:gd name="connsiteX0" fmla="*/ 0 w 122385"/>
                <a:gd name="connsiteY0" fmla="*/ 0 h 188307"/>
                <a:gd name="connsiteX1" fmla="*/ 0 w 122385"/>
                <a:gd name="connsiteY1" fmla="*/ 188307 h 188307"/>
                <a:gd name="connsiteX2" fmla="*/ 122386 w 122385"/>
                <a:gd name="connsiteY2" fmla="*/ 188307 h 188307"/>
                <a:gd name="connsiteX3" fmla="*/ 122386 w 122385"/>
                <a:gd name="connsiteY3" fmla="*/ 157813 h 188307"/>
                <a:gd name="connsiteX4" fmla="*/ 33166 w 122385"/>
                <a:gd name="connsiteY4" fmla="*/ 157813 h 188307"/>
                <a:gd name="connsiteX5" fmla="*/ 33166 w 122385"/>
                <a:gd name="connsiteY5" fmla="*/ 0 h 188307"/>
                <a:gd name="connsiteX6" fmla="*/ 0 w 122385"/>
                <a:gd name="connsiteY6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85" h="188307">
                  <a:moveTo>
                    <a:pt x="0" y="0"/>
                  </a:moveTo>
                  <a:lnTo>
                    <a:pt x="0" y="188307"/>
                  </a:lnTo>
                  <a:lnTo>
                    <a:pt x="122386" y="188307"/>
                  </a:lnTo>
                  <a:lnTo>
                    <a:pt x="122386" y="157813"/>
                  </a:lnTo>
                  <a:lnTo>
                    <a:pt x="33166" y="157813"/>
                  </a:lnTo>
                  <a:lnTo>
                    <a:pt x="3316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C71AA5-2BF1-A2A8-8A76-799877CB4A7F}"/>
                </a:ext>
              </a:extLst>
            </p:cNvPr>
            <p:cNvSpPr/>
            <p:nvPr/>
          </p:nvSpPr>
          <p:spPr>
            <a:xfrm>
              <a:off x="10530744" y="560844"/>
              <a:ext cx="157059" cy="191801"/>
            </a:xfrm>
            <a:custGeom>
              <a:avLst/>
              <a:gdLst>
                <a:gd name="connsiteX0" fmla="*/ -985 w 157059"/>
                <a:gd name="connsiteY0" fmla="*/ -635 h 191801"/>
                <a:gd name="connsiteX1" fmla="*/ 32250 w 157059"/>
                <a:gd name="connsiteY1" fmla="*/ -635 h 191801"/>
                <a:gd name="connsiteX2" fmla="*/ 32250 w 157059"/>
                <a:gd name="connsiteY2" fmla="*/ 109759 h 191801"/>
                <a:gd name="connsiteX3" fmla="*/ 76997 w 157059"/>
                <a:gd name="connsiteY3" fmla="*/ 160673 h 191801"/>
                <a:gd name="connsiteX4" fmla="*/ 122840 w 157059"/>
                <a:gd name="connsiteY4" fmla="*/ 109484 h 191801"/>
                <a:gd name="connsiteX5" fmla="*/ 122840 w 157059"/>
                <a:gd name="connsiteY5" fmla="*/ -635 h 191801"/>
                <a:gd name="connsiteX6" fmla="*/ 156074 w 157059"/>
                <a:gd name="connsiteY6" fmla="*/ -635 h 191801"/>
                <a:gd name="connsiteX7" fmla="*/ 156074 w 157059"/>
                <a:gd name="connsiteY7" fmla="*/ 109759 h 191801"/>
                <a:gd name="connsiteX8" fmla="*/ 76997 w 157059"/>
                <a:gd name="connsiteY8" fmla="*/ 191167 h 191801"/>
                <a:gd name="connsiteX9" fmla="*/ -985 w 157059"/>
                <a:gd name="connsiteY9" fmla="*/ 109759 h 19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059" h="191801">
                  <a:moveTo>
                    <a:pt x="-985" y="-635"/>
                  </a:moveTo>
                  <a:lnTo>
                    <a:pt x="32250" y="-635"/>
                  </a:lnTo>
                  <a:lnTo>
                    <a:pt x="32250" y="109759"/>
                  </a:lnTo>
                  <a:cubicBezTo>
                    <a:pt x="32250" y="145666"/>
                    <a:pt x="48627" y="160673"/>
                    <a:pt x="76997" y="160673"/>
                  </a:cubicBezTo>
                  <a:cubicBezTo>
                    <a:pt x="105366" y="160673"/>
                    <a:pt x="122840" y="145666"/>
                    <a:pt x="122840" y="109484"/>
                  </a:cubicBezTo>
                  <a:lnTo>
                    <a:pt x="122840" y="-635"/>
                  </a:lnTo>
                  <a:lnTo>
                    <a:pt x="156074" y="-635"/>
                  </a:lnTo>
                  <a:lnTo>
                    <a:pt x="156074" y="109759"/>
                  </a:lnTo>
                  <a:cubicBezTo>
                    <a:pt x="156074" y="166018"/>
                    <a:pt x="124142" y="191167"/>
                    <a:pt x="76997" y="191167"/>
                  </a:cubicBezTo>
                  <a:cubicBezTo>
                    <a:pt x="29851" y="191167"/>
                    <a:pt x="-985" y="166018"/>
                    <a:pt x="-985" y="109759"/>
                  </a:cubicBez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579BDA9-D5FA-E79A-1EB7-45283CB940D5}"/>
                </a:ext>
              </a:extLst>
            </p:cNvPr>
            <p:cNvSpPr/>
            <p:nvPr/>
          </p:nvSpPr>
          <p:spPr>
            <a:xfrm>
              <a:off x="10738717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094 w 122454"/>
                <a:gd name="connsiteY6" fmla="*/ 112792 h 188375"/>
                <a:gd name="connsiteX7" fmla="*/ 114094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094" y="112792"/>
                  </a:lnTo>
                  <a:lnTo>
                    <a:pt x="114094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6C44579-4208-0ED6-7319-D0EB10DF0A8B}"/>
                </a:ext>
              </a:extLst>
            </p:cNvPr>
            <p:cNvSpPr/>
            <p:nvPr/>
          </p:nvSpPr>
          <p:spPr>
            <a:xfrm>
              <a:off x="10903178" y="557074"/>
              <a:ext cx="128896" cy="194954"/>
            </a:xfrm>
            <a:custGeom>
              <a:avLst/>
              <a:gdLst>
                <a:gd name="connsiteX0" fmla="*/ 60688 w 128896"/>
                <a:gd name="connsiteY0" fmla="*/ 194319 h 194954"/>
                <a:gd name="connsiteX1" fmla="*/ -985 w 128896"/>
                <a:gd name="connsiteY1" fmla="*/ 176366 h 194954"/>
                <a:gd name="connsiteX2" fmla="*/ 10528 w 128896"/>
                <a:gd name="connsiteY2" fmla="*/ 146352 h 194954"/>
                <a:gd name="connsiteX3" fmla="*/ 61716 w 128896"/>
                <a:gd name="connsiteY3" fmla="*/ 163209 h 194954"/>
                <a:gd name="connsiteX4" fmla="*/ 94060 w 128896"/>
                <a:gd name="connsiteY4" fmla="*/ 140185 h 194954"/>
                <a:gd name="connsiteX5" fmla="*/ 52944 w 128896"/>
                <a:gd name="connsiteY5" fmla="*/ 107498 h 194954"/>
                <a:gd name="connsiteX6" fmla="*/ 3607 w 128896"/>
                <a:gd name="connsiteY6" fmla="*/ 54185 h 194954"/>
                <a:gd name="connsiteX7" fmla="*/ 66855 w 128896"/>
                <a:gd name="connsiteY7" fmla="*/ -635 h 194954"/>
                <a:gd name="connsiteX8" fmla="*/ 118797 w 128896"/>
                <a:gd name="connsiteY8" fmla="*/ 12248 h 194954"/>
                <a:gd name="connsiteX9" fmla="*/ 108108 w 128896"/>
                <a:gd name="connsiteY9" fmla="*/ 41713 h 194954"/>
                <a:gd name="connsiteX10" fmla="*/ 66033 w 128896"/>
                <a:gd name="connsiteY10" fmla="*/ 29105 h 194954"/>
                <a:gd name="connsiteX11" fmla="*/ 37116 w 128896"/>
                <a:gd name="connsiteY11" fmla="*/ 53226 h 194954"/>
                <a:gd name="connsiteX12" fmla="*/ 73776 w 128896"/>
                <a:gd name="connsiteY12" fmla="*/ 82417 h 194954"/>
                <a:gd name="connsiteX13" fmla="*/ 127911 w 128896"/>
                <a:gd name="connsiteY13" fmla="*/ 140047 h 194954"/>
                <a:gd name="connsiteX14" fmla="*/ 60413 w 128896"/>
                <a:gd name="connsiteY14" fmla="*/ 194182 h 1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896" h="194954">
                  <a:moveTo>
                    <a:pt x="60688" y="194319"/>
                  </a:moveTo>
                  <a:cubicBezTo>
                    <a:pt x="38896" y="193949"/>
                    <a:pt x="17585" y="187748"/>
                    <a:pt x="-985" y="176366"/>
                  </a:cubicBezTo>
                  <a:lnTo>
                    <a:pt x="10528" y="146352"/>
                  </a:lnTo>
                  <a:cubicBezTo>
                    <a:pt x="25603" y="156747"/>
                    <a:pt x="43419" y="162599"/>
                    <a:pt x="61716" y="163209"/>
                  </a:cubicBezTo>
                  <a:cubicBezTo>
                    <a:pt x="83918" y="163209"/>
                    <a:pt x="94060" y="152245"/>
                    <a:pt x="94060" y="140185"/>
                  </a:cubicBezTo>
                  <a:cubicBezTo>
                    <a:pt x="94060" y="128124"/>
                    <a:pt x="87207" y="120038"/>
                    <a:pt x="52944" y="107498"/>
                  </a:cubicBezTo>
                  <a:cubicBezTo>
                    <a:pt x="16215" y="93793"/>
                    <a:pt x="3607" y="76662"/>
                    <a:pt x="3607" y="54185"/>
                  </a:cubicBezTo>
                  <a:cubicBezTo>
                    <a:pt x="3607" y="25747"/>
                    <a:pt x="26631" y="-635"/>
                    <a:pt x="66855" y="-635"/>
                  </a:cubicBezTo>
                  <a:cubicBezTo>
                    <a:pt x="84946" y="-669"/>
                    <a:pt x="102831" y="3757"/>
                    <a:pt x="118797" y="12248"/>
                  </a:cubicBezTo>
                  <a:lnTo>
                    <a:pt x="108108" y="41713"/>
                  </a:lnTo>
                  <a:cubicBezTo>
                    <a:pt x="95293" y="34265"/>
                    <a:pt x="80834" y="29948"/>
                    <a:pt x="66033" y="29105"/>
                  </a:cubicBezTo>
                  <a:cubicBezTo>
                    <a:pt x="46229" y="29105"/>
                    <a:pt x="37116" y="40138"/>
                    <a:pt x="37116" y="53226"/>
                  </a:cubicBezTo>
                  <a:cubicBezTo>
                    <a:pt x="37116" y="66314"/>
                    <a:pt x="47257" y="72824"/>
                    <a:pt x="73776" y="82417"/>
                  </a:cubicBezTo>
                  <a:cubicBezTo>
                    <a:pt x="115851" y="98795"/>
                    <a:pt x="127911" y="115378"/>
                    <a:pt x="127911" y="140047"/>
                  </a:cubicBezTo>
                  <a:cubicBezTo>
                    <a:pt x="127911" y="173556"/>
                    <a:pt x="102488" y="194182"/>
                    <a:pt x="60413" y="194182"/>
                  </a:cubicBezTo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F1B669-1F7C-7535-72C3-0323F068EE12}"/>
                </a:ext>
              </a:extLst>
            </p:cNvPr>
            <p:cNvSpPr/>
            <p:nvPr/>
          </p:nvSpPr>
          <p:spPr>
            <a:xfrm>
              <a:off x="11078876" y="560432"/>
              <a:ext cx="122523" cy="188375"/>
            </a:xfrm>
            <a:custGeom>
              <a:avLst/>
              <a:gdLst>
                <a:gd name="connsiteX0" fmla="*/ 0 w 122523"/>
                <a:gd name="connsiteY0" fmla="*/ 0 h 188375"/>
                <a:gd name="connsiteX1" fmla="*/ 0 w 122523"/>
                <a:gd name="connsiteY1" fmla="*/ 188376 h 188375"/>
                <a:gd name="connsiteX2" fmla="*/ 122523 w 122523"/>
                <a:gd name="connsiteY2" fmla="*/ 188376 h 188375"/>
                <a:gd name="connsiteX3" fmla="*/ 122523 w 122523"/>
                <a:gd name="connsiteY3" fmla="*/ 157813 h 188375"/>
                <a:gd name="connsiteX4" fmla="*/ 33303 w 122523"/>
                <a:gd name="connsiteY4" fmla="*/ 157813 h 188375"/>
                <a:gd name="connsiteX5" fmla="*/ 33303 w 122523"/>
                <a:gd name="connsiteY5" fmla="*/ 112792 h 188375"/>
                <a:gd name="connsiteX6" fmla="*/ 114163 w 122523"/>
                <a:gd name="connsiteY6" fmla="*/ 112792 h 188375"/>
                <a:gd name="connsiteX7" fmla="*/ 114163 w 122523"/>
                <a:gd name="connsiteY7" fmla="*/ 83327 h 188375"/>
                <a:gd name="connsiteX8" fmla="*/ 33303 w 122523"/>
                <a:gd name="connsiteY8" fmla="*/ 83327 h 188375"/>
                <a:gd name="connsiteX9" fmla="*/ 33303 w 122523"/>
                <a:gd name="connsiteY9" fmla="*/ 30562 h 188375"/>
                <a:gd name="connsiteX10" fmla="*/ 122523 w 122523"/>
                <a:gd name="connsiteY10" fmla="*/ 30562 h 188375"/>
                <a:gd name="connsiteX11" fmla="*/ 122523 w 122523"/>
                <a:gd name="connsiteY11" fmla="*/ 0 h 188375"/>
                <a:gd name="connsiteX12" fmla="*/ 0 w 122523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23" h="188375">
                  <a:moveTo>
                    <a:pt x="0" y="0"/>
                  </a:moveTo>
                  <a:lnTo>
                    <a:pt x="0" y="188376"/>
                  </a:lnTo>
                  <a:lnTo>
                    <a:pt x="122523" y="188376"/>
                  </a:lnTo>
                  <a:lnTo>
                    <a:pt x="122523" y="157813"/>
                  </a:lnTo>
                  <a:lnTo>
                    <a:pt x="33303" y="157813"/>
                  </a:lnTo>
                  <a:lnTo>
                    <a:pt x="33303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303" y="83327"/>
                  </a:lnTo>
                  <a:lnTo>
                    <a:pt x="33303" y="30562"/>
                  </a:lnTo>
                  <a:lnTo>
                    <a:pt x="122523" y="30562"/>
                  </a:lnTo>
                  <a:lnTo>
                    <a:pt x="12252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BB3116-11D4-5A8D-861F-73540F0A2C25}"/>
                </a:ext>
              </a:extLst>
            </p:cNvPr>
            <p:cNvSpPr/>
            <p:nvPr/>
          </p:nvSpPr>
          <p:spPr>
            <a:xfrm>
              <a:off x="11251971" y="560432"/>
              <a:ext cx="148767" cy="189412"/>
            </a:xfrm>
            <a:custGeom>
              <a:avLst/>
              <a:gdLst>
                <a:gd name="connsiteX0" fmla="*/ 32250 w 148767"/>
                <a:gd name="connsiteY0" fmla="*/ 29927 h 189412"/>
                <a:gd name="connsiteX1" fmla="*/ 32250 w 148767"/>
                <a:gd name="connsiteY1" fmla="*/ 103592 h 189412"/>
                <a:gd name="connsiteX2" fmla="*/ 56919 w 148767"/>
                <a:gd name="connsiteY2" fmla="*/ 103592 h 189412"/>
                <a:gd name="connsiteX3" fmla="*/ 98719 w 148767"/>
                <a:gd name="connsiteY3" fmla="*/ 66383 h 189412"/>
                <a:gd name="connsiteX4" fmla="*/ 56919 w 148767"/>
                <a:gd name="connsiteY4" fmla="*/ 29927 h 189412"/>
                <a:gd name="connsiteX5" fmla="*/ -985 w 148767"/>
                <a:gd name="connsiteY5" fmla="*/ -635 h 189412"/>
                <a:gd name="connsiteX6" fmla="*/ 59317 w 148767"/>
                <a:gd name="connsiteY6" fmla="*/ -635 h 189412"/>
                <a:gd name="connsiteX7" fmla="*/ 134694 w 148767"/>
                <a:gd name="connsiteY7" fmla="*/ 66383 h 189412"/>
                <a:gd name="connsiteX8" fmla="*/ 99610 w 148767"/>
                <a:gd name="connsiteY8" fmla="*/ 125862 h 189412"/>
                <a:gd name="connsiteX9" fmla="*/ 140314 w 148767"/>
                <a:gd name="connsiteY9" fmla="*/ 157727 h 189412"/>
                <a:gd name="connsiteX10" fmla="*/ 147783 w 148767"/>
                <a:gd name="connsiteY10" fmla="*/ 157727 h 189412"/>
                <a:gd name="connsiteX11" fmla="*/ 147783 w 148767"/>
                <a:gd name="connsiteY11" fmla="*/ 187192 h 189412"/>
                <a:gd name="connsiteX12" fmla="*/ 129829 w 148767"/>
                <a:gd name="connsiteY12" fmla="*/ 188768 h 189412"/>
                <a:gd name="connsiteX13" fmla="*/ 62880 w 148767"/>
                <a:gd name="connsiteY13" fmla="*/ 132783 h 189412"/>
                <a:gd name="connsiteX14" fmla="*/ 52944 w 148767"/>
                <a:gd name="connsiteY14" fmla="*/ 132783 h 189412"/>
                <a:gd name="connsiteX15" fmla="*/ 32387 w 148767"/>
                <a:gd name="connsiteY15" fmla="*/ 132783 h 189412"/>
                <a:gd name="connsiteX16" fmla="*/ 32387 w 148767"/>
                <a:gd name="connsiteY16" fmla="*/ 187604 h 189412"/>
                <a:gd name="connsiteX17" fmla="*/ -848 w 148767"/>
                <a:gd name="connsiteY17" fmla="*/ 187604 h 189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767" h="189412">
                  <a:moveTo>
                    <a:pt x="32250" y="29927"/>
                  </a:moveTo>
                  <a:lnTo>
                    <a:pt x="32250" y="103592"/>
                  </a:lnTo>
                  <a:lnTo>
                    <a:pt x="56919" y="103592"/>
                  </a:lnTo>
                  <a:cubicBezTo>
                    <a:pt x="87961" y="103592"/>
                    <a:pt x="98719" y="87009"/>
                    <a:pt x="98719" y="66383"/>
                  </a:cubicBezTo>
                  <a:cubicBezTo>
                    <a:pt x="98719" y="45756"/>
                    <a:pt x="88235" y="29927"/>
                    <a:pt x="56919" y="29927"/>
                  </a:cubicBezTo>
                  <a:close/>
                  <a:moveTo>
                    <a:pt x="-985" y="-635"/>
                  </a:moveTo>
                  <a:lnTo>
                    <a:pt x="59317" y="-635"/>
                  </a:lnTo>
                  <a:cubicBezTo>
                    <a:pt x="109409" y="-635"/>
                    <a:pt x="134694" y="26775"/>
                    <a:pt x="134694" y="66383"/>
                  </a:cubicBezTo>
                  <a:cubicBezTo>
                    <a:pt x="134832" y="91154"/>
                    <a:pt x="121332" y="113994"/>
                    <a:pt x="99610" y="125862"/>
                  </a:cubicBezTo>
                  <a:cubicBezTo>
                    <a:pt x="113795" y="138128"/>
                    <a:pt x="117769" y="157727"/>
                    <a:pt x="140314" y="157727"/>
                  </a:cubicBezTo>
                  <a:lnTo>
                    <a:pt x="147783" y="157727"/>
                  </a:lnTo>
                  <a:lnTo>
                    <a:pt x="147783" y="187192"/>
                  </a:lnTo>
                  <a:cubicBezTo>
                    <a:pt x="141890" y="188323"/>
                    <a:pt x="135860" y="188851"/>
                    <a:pt x="129829" y="188768"/>
                  </a:cubicBezTo>
                  <a:cubicBezTo>
                    <a:pt x="82958" y="188768"/>
                    <a:pt x="85631" y="145666"/>
                    <a:pt x="62880" y="132783"/>
                  </a:cubicBezTo>
                  <a:cubicBezTo>
                    <a:pt x="59660" y="132783"/>
                    <a:pt x="56439" y="132783"/>
                    <a:pt x="52944" y="132783"/>
                  </a:cubicBezTo>
                  <a:lnTo>
                    <a:pt x="32387" y="132783"/>
                  </a:lnTo>
                  <a:lnTo>
                    <a:pt x="32387" y="187604"/>
                  </a:lnTo>
                  <a:lnTo>
                    <a:pt x="-848" y="187604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37DC350-0812-F45C-1D67-6F581AC887F3}"/>
                </a:ext>
              </a:extLst>
            </p:cNvPr>
            <p:cNvSpPr/>
            <p:nvPr/>
          </p:nvSpPr>
          <p:spPr>
            <a:xfrm>
              <a:off x="11411155" y="560432"/>
              <a:ext cx="185977" cy="190774"/>
            </a:xfrm>
            <a:custGeom>
              <a:avLst/>
              <a:gdLst>
                <a:gd name="connsiteX0" fmla="*/ 151098 w 185977"/>
                <a:gd name="connsiteY0" fmla="*/ 0 h 190774"/>
                <a:gd name="connsiteX1" fmla="*/ 93263 w 185977"/>
                <a:gd name="connsiteY1" fmla="*/ 128622 h 190774"/>
                <a:gd name="connsiteX2" fmla="*/ 35633 w 185977"/>
                <a:gd name="connsiteY2" fmla="*/ 0 h 190774"/>
                <a:gd name="connsiteX3" fmla="*/ 0 w 185977"/>
                <a:gd name="connsiteY3" fmla="*/ 0 h 190774"/>
                <a:gd name="connsiteX4" fmla="*/ 87370 w 185977"/>
                <a:gd name="connsiteY4" fmla="*/ 190774 h 190774"/>
                <a:gd name="connsiteX5" fmla="*/ 98608 w 185977"/>
                <a:gd name="connsiteY5" fmla="*/ 190774 h 190774"/>
                <a:gd name="connsiteX6" fmla="*/ 185977 w 185977"/>
                <a:gd name="connsiteY6" fmla="*/ 0 h 190774"/>
                <a:gd name="connsiteX7" fmla="*/ 151098 w 185977"/>
                <a:gd name="connsiteY7" fmla="*/ 0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77" h="190774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70" y="190774"/>
                  </a:lnTo>
                  <a:lnTo>
                    <a:pt x="98608" y="190774"/>
                  </a:lnTo>
                  <a:lnTo>
                    <a:pt x="185977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BE0F0FC-206C-3AB0-F58B-5F49BF48BF7D}"/>
                </a:ext>
              </a:extLst>
            </p:cNvPr>
            <p:cNvSpPr/>
            <p:nvPr/>
          </p:nvSpPr>
          <p:spPr>
            <a:xfrm>
              <a:off x="11631395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163 w 122454"/>
                <a:gd name="connsiteY6" fmla="*/ 112792 h 188375"/>
                <a:gd name="connsiteX7" fmla="*/ 114163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08646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urple Left alig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F54FF5F-2672-463F-80F7-5FD1006ABE67}"/>
              </a:ext>
            </a:extLst>
          </p:cNvPr>
          <p:cNvSpPr/>
          <p:nvPr/>
        </p:nvSpPr>
        <p:spPr>
          <a:xfrm>
            <a:off x="8372475" y="5233935"/>
            <a:ext cx="771525" cy="1069922"/>
          </a:xfrm>
          <a:custGeom>
            <a:avLst/>
            <a:gdLst>
              <a:gd name="connsiteX0" fmla="*/ 719995 w 1448982"/>
              <a:gd name="connsiteY0" fmla="*/ 1119378 h 1507045"/>
              <a:gd name="connsiteX1" fmla="*/ 1331309 w 1448982"/>
              <a:gd name="connsiteY1" fmla="*/ 1119378 h 1507045"/>
              <a:gd name="connsiteX2" fmla="*/ 1404338 w 1448982"/>
              <a:gd name="connsiteY2" fmla="*/ 1135373 h 1507045"/>
              <a:gd name="connsiteX3" fmla="*/ 1448982 w 1448982"/>
              <a:gd name="connsiteY3" fmla="*/ 1165809 h 1507045"/>
              <a:gd name="connsiteX4" fmla="*/ 1448982 w 1448982"/>
              <a:gd name="connsiteY4" fmla="*/ 1459947 h 1507045"/>
              <a:gd name="connsiteX5" fmla="*/ 1406401 w 1448982"/>
              <a:gd name="connsiteY5" fmla="*/ 1490049 h 1507045"/>
              <a:gd name="connsiteX6" fmla="*/ 1331309 w 1448982"/>
              <a:gd name="connsiteY6" fmla="*/ 1506950 h 1507045"/>
              <a:gd name="connsiteX7" fmla="*/ 719995 w 1448982"/>
              <a:gd name="connsiteY7" fmla="*/ 1506950 h 1507045"/>
              <a:gd name="connsiteX8" fmla="*/ 526256 w 1448982"/>
              <a:gd name="connsiteY8" fmla="*/ 1313116 h 1507045"/>
              <a:gd name="connsiteX9" fmla="*/ 719995 w 1448982"/>
              <a:gd name="connsiteY9" fmla="*/ 1119378 h 1507045"/>
              <a:gd name="connsiteX10" fmla="*/ 193834 w 1448982"/>
              <a:gd name="connsiteY10" fmla="*/ 1119378 h 1507045"/>
              <a:gd name="connsiteX11" fmla="*/ 194024 w 1448982"/>
              <a:gd name="connsiteY11" fmla="*/ 1119378 h 1507045"/>
              <a:gd name="connsiteX12" fmla="*/ 387763 w 1448982"/>
              <a:gd name="connsiteY12" fmla="*/ 1313307 h 1507045"/>
              <a:gd name="connsiteX13" fmla="*/ 193834 w 1448982"/>
              <a:gd name="connsiteY13" fmla="*/ 1507045 h 1507045"/>
              <a:gd name="connsiteX14" fmla="*/ 95 w 1448982"/>
              <a:gd name="connsiteY14" fmla="*/ 1313116 h 1507045"/>
              <a:gd name="connsiteX15" fmla="*/ 193834 w 1448982"/>
              <a:gd name="connsiteY15" fmla="*/ 1119378 h 1507045"/>
              <a:gd name="connsiteX16" fmla="*/ 193929 w 1448982"/>
              <a:gd name="connsiteY16" fmla="*/ 559784 h 1507045"/>
              <a:gd name="connsiteX17" fmla="*/ 805149 w 1448982"/>
              <a:gd name="connsiteY17" fmla="*/ 559784 h 1507045"/>
              <a:gd name="connsiteX18" fmla="*/ 813740 w 1448982"/>
              <a:gd name="connsiteY18" fmla="*/ 559784 h 1507045"/>
              <a:gd name="connsiteX19" fmla="*/ 1003230 w 1448982"/>
              <a:gd name="connsiteY19" fmla="*/ 757866 h 1507045"/>
              <a:gd name="connsiteX20" fmla="*/ 805149 w 1448982"/>
              <a:gd name="connsiteY20" fmla="*/ 947356 h 1507045"/>
              <a:gd name="connsiteX21" fmla="*/ 193929 w 1448982"/>
              <a:gd name="connsiteY21" fmla="*/ 947356 h 1507045"/>
              <a:gd name="connsiteX22" fmla="*/ 95 w 1448982"/>
              <a:gd name="connsiteY22" fmla="*/ 753523 h 1507045"/>
              <a:gd name="connsiteX23" fmla="*/ 193929 w 1448982"/>
              <a:gd name="connsiteY23" fmla="*/ 559784 h 1507045"/>
              <a:gd name="connsiteX24" fmla="*/ 1331214 w 1448982"/>
              <a:gd name="connsiteY24" fmla="*/ 559689 h 1507045"/>
              <a:gd name="connsiteX25" fmla="*/ 1406663 w 1448982"/>
              <a:gd name="connsiteY25" fmla="*/ 574922 h 1507045"/>
              <a:gd name="connsiteX26" fmla="*/ 1448982 w 1448982"/>
              <a:gd name="connsiteY26" fmla="*/ 603454 h 1507045"/>
              <a:gd name="connsiteX27" fmla="*/ 1448982 w 1448982"/>
              <a:gd name="connsiteY27" fmla="*/ 903636 h 1507045"/>
              <a:gd name="connsiteX28" fmla="*/ 1406719 w 1448982"/>
              <a:gd name="connsiteY28" fmla="*/ 932131 h 1507045"/>
              <a:gd name="connsiteX29" fmla="*/ 1331309 w 1448982"/>
              <a:gd name="connsiteY29" fmla="*/ 947356 h 1507045"/>
              <a:gd name="connsiteX30" fmla="*/ 1331214 w 1448982"/>
              <a:gd name="connsiteY30" fmla="*/ 947356 h 1507045"/>
              <a:gd name="connsiteX31" fmla="*/ 1137381 w 1448982"/>
              <a:gd name="connsiteY31" fmla="*/ 753523 h 1507045"/>
              <a:gd name="connsiteX32" fmla="*/ 1331214 w 1448982"/>
              <a:gd name="connsiteY32" fmla="*/ 559689 h 1507045"/>
              <a:gd name="connsiteX33" fmla="*/ 719995 w 1448982"/>
              <a:gd name="connsiteY33" fmla="*/ 95 h 1507045"/>
              <a:gd name="connsiteX34" fmla="*/ 1331309 w 1448982"/>
              <a:gd name="connsiteY34" fmla="*/ 95 h 1507045"/>
              <a:gd name="connsiteX35" fmla="*/ 1406727 w 1448982"/>
              <a:gd name="connsiteY35" fmla="*/ 15357 h 1507045"/>
              <a:gd name="connsiteX36" fmla="*/ 1448982 w 1448982"/>
              <a:gd name="connsiteY36" fmla="*/ 43864 h 1507045"/>
              <a:gd name="connsiteX37" fmla="*/ 1448982 w 1448982"/>
              <a:gd name="connsiteY37" fmla="*/ 343951 h 1507045"/>
              <a:gd name="connsiteX38" fmla="*/ 1406719 w 1448982"/>
              <a:gd name="connsiteY38" fmla="*/ 372444 h 1507045"/>
              <a:gd name="connsiteX39" fmla="*/ 1331309 w 1448982"/>
              <a:gd name="connsiteY39" fmla="*/ 387668 h 1507045"/>
              <a:gd name="connsiteX40" fmla="*/ 719995 w 1448982"/>
              <a:gd name="connsiteY40" fmla="*/ 387668 h 1507045"/>
              <a:gd name="connsiteX41" fmla="*/ 530504 w 1448982"/>
              <a:gd name="connsiteY41" fmla="*/ 198177 h 1507045"/>
              <a:gd name="connsiteX42" fmla="*/ 719995 w 1448982"/>
              <a:gd name="connsiteY42" fmla="*/ 95 h 1507045"/>
              <a:gd name="connsiteX43" fmla="*/ 193929 w 1448982"/>
              <a:gd name="connsiteY43" fmla="*/ 0 h 1507045"/>
              <a:gd name="connsiteX44" fmla="*/ 387668 w 1448982"/>
              <a:gd name="connsiteY44" fmla="*/ 193929 h 1507045"/>
              <a:gd name="connsiteX45" fmla="*/ 193834 w 1448982"/>
              <a:gd name="connsiteY45" fmla="*/ 387668 h 1507045"/>
              <a:gd name="connsiteX46" fmla="*/ 193739 w 1448982"/>
              <a:gd name="connsiteY46" fmla="*/ 387668 h 1507045"/>
              <a:gd name="connsiteX47" fmla="*/ 0 w 1448982"/>
              <a:gd name="connsiteY47" fmla="*/ 193738 h 1507045"/>
              <a:gd name="connsiteX48" fmla="*/ 193929 w 1448982"/>
              <a:gd name="connsiteY48" fmla="*/ 0 h 150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48982" h="1507045">
                <a:moveTo>
                  <a:pt x="719995" y="1119378"/>
                </a:moveTo>
                <a:lnTo>
                  <a:pt x="1331309" y="1119378"/>
                </a:lnTo>
                <a:cubicBezTo>
                  <a:pt x="1357231" y="1119952"/>
                  <a:pt x="1381892" y="1125601"/>
                  <a:pt x="1404338" y="1135373"/>
                </a:cubicBezTo>
                <a:lnTo>
                  <a:pt x="1448982" y="1165809"/>
                </a:lnTo>
                <a:lnTo>
                  <a:pt x="1448982" y="1459947"/>
                </a:lnTo>
                <a:lnTo>
                  <a:pt x="1406401" y="1490049"/>
                </a:lnTo>
                <a:cubicBezTo>
                  <a:pt x="1383434" y="1500370"/>
                  <a:pt x="1358065" y="1506357"/>
                  <a:pt x="1331309" y="1506950"/>
                </a:cubicBezTo>
                <a:lnTo>
                  <a:pt x="719995" y="1506950"/>
                </a:lnTo>
                <a:cubicBezTo>
                  <a:pt x="612982" y="1506893"/>
                  <a:pt x="526256" y="1420130"/>
                  <a:pt x="526256" y="1313116"/>
                </a:cubicBezTo>
                <a:cubicBezTo>
                  <a:pt x="526256" y="1206112"/>
                  <a:pt x="613000" y="1119378"/>
                  <a:pt x="719995" y="1119378"/>
                </a:cubicBezTo>
                <a:close/>
                <a:moveTo>
                  <a:pt x="193834" y="1119378"/>
                </a:moveTo>
                <a:cubicBezTo>
                  <a:pt x="193900" y="1119378"/>
                  <a:pt x="193958" y="1119378"/>
                  <a:pt x="194024" y="1119378"/>
                </a:cubicBezTo>
                <a:cubicBezTo>
                  <a:pt x="301076" y="1119425"/>
                  <a:pt x="387820" y="1206255"/>
                  <a:pt x="387763" y="1313307"/>
                </a:cubicBezTo>
                <a:cubicBezTo>
                  <a:pt x="387715" y="1420358"/>
                  <a:pt x="300885" y="1507093"/>
                  <a:pt x="193834" y="1507045"/>
                </a:cubicBezTo>
                <a:cubicBezTo>
                  <a:pt x="86782" y="1506988"/>
                  <a:pt x="48" y="1420168"/>
                  <a:pt x="95" y="1313116"/>
                </a:cubicBezTo>
                <a:cubicBezTo>
                  <a:pt x="143" y="1206141"/>
                  <a:pt x="86859" y="1119425"/>
                  <a:pt x="193834" y="1119378"/>
                </a:cubicBezTo>
                <a:close/>
                <a:moveTo>
                  <a:pt x="193929" y="559784"/>
                </a:moveTo>
                <a:lnTo>
                  <a:pt x="805149" y="559784"/>
                </a:lnTo>
                <a:cubicBezTo>
                  <a:pt x="808015" y="559717"/>
                  <a:pt x="810882" y="559717"/>
                  <a:pt x="813740" y="559784"/>
                </a:cubicBezTo>
                <a:cubicBezTo>
                  <a:pt x="920763" y="562156"/>
                  <a:pt x="1005602" y="650843"/>
                  <a:pt x="1003230" y="757866"/>
                </a:cubicBezTo>
                <a:cubicBezTo>
                  <a:pt x="1000859" y="864889"/>
                  <a:pt x="912171" y="949728"/>
                  <a:pt x="805149" y="947356"/>
                </a:cubicBezTo>
                <a:lnTo>
                  <a:pt x="193929" y="947356"/>
                </a:lnTo>
                <a:cubicBezTo>
                  <a:pt x="86878" y="947356"/>
                  <a:pt x="95" y="860574"/>
                  <a:pt x="95" y="753523"/>
                </a:cubicBezTo>
                <a:cubicBezTo>
                  <a:pt x="143" y="646509"/>
                  <a:pt x="86916" y="559784"/>
                  <a:pt x="193929" y="559784"/>
                </a:cubicBezTo>
                <a:close/>
                <a:moveTo>
                  <a:pt x="1331214" y="559689"/>
                </a:moveTo>
                <a:cubicBezTo>
                  <a:pt x="1357977" y="559689"/>
                  <a:pt x="1383473" y="565113"/>
                  <a:pt x="1406663" y="574922"/>
                </a:cubicBezTo>
                <a:lnTo>
                  <a:pt x="1448982" y="603454"/>
                </a:lnTo>
                <a:lnTo>
                  <a:pt x="1448982" y="903636"/>
                </a:lnTo>
                <a:lnTo>
                  <a:pt x="1406719" y="932131"/>
                </a:lnTo>
                <a:cubicBezTo>
                  <a:pt x="1383541" y="941935"/>
                  <a:pt x="1358058" y="947356"/>
                  <a:pt x="1331309" y="947356"/>
                </a:cubicBezTo>
                <a:cubicBezTo>
                  <a:pt x="1331281" y="947356"/>
                  <a:pt x="1331243" y="947356"/>
                  <a:pt x="1331214" y="947356"/>
                </a:cubicBezTo>
                <a:cubicBezTo>
                  <a:pt x="1224163" y="947356"/>
                  <a:pt x="1137381" y="860574"/>
                  <a:pt x="1137381" y="753523"/>
                </a:cubicBezTo>
                <a:cubicBezTo>
                  <a:pt x="1137381" y="646471"/>
                  <a:pt x="1224163" y="559689"/>
                  <a:pt x="1331214" y="559689"/>
                </a:cubicBezTo>
                <a:close/>
                <a:moveTo>
                  <a:pt x="719995" y="95"/>
                </a:moveTo>
                <a:lnTo>
                  <a:pt x="1331309" y="95"/>
                </a:lnTo>
                <a:cubicBezTo>
                  <a:pt x="1358063" y="109"/>
                  <a:pt x="1383548" y="5543"/>
                  <a:pt x="1406727" y="15357"/>
                </a:cubicBezTo>
                <a:lnTo>
                  <a:pt x="1448982" y="43864"/>
                </a:lnTo>
                <a:lnTo>
                  <a:pt x="1448982" y="343951"/>
                </a:lnTo>
                <a:lnTo>
                  <a:pt x="1406719" y="372444"/>
                </a:lnTo>
                <a:cubicBezTo>
                  <a:pt x="1383541" y="382247"/>
                  <a:pt x="1358058" y="387668"/>
                  <a:pt x="1331309" y="387668"/>
                </a:cubicBezTo>
                <a:lnTo>
                  <a:pt x="719995" y="387668"/>
                </a:lnTo>
                <a:cubicBezTo>
                  <a:pt x="616306" y="385372"/>
                  <a:pt x="532800" y="301866"/>
                  <a:pt x="530504" y="198177"/>
                </a:cubicBezTo>
                <a:cubicBezTo>
                  <a:pt x="528133" y="91154"/>
                  <a:pt x="612972" y="2467"/>
                  <a:pt x="719995" y="95"/>
                </a:cubicBezTo>
                <a:close/>
                <a:moveTo>
                  <a:pt x="193929" y="0"/>
                </a:moveTo>
                <a:cubicBezTo>
                  <a:pt x="300980" y="57"/>
                  <a:pt x="387715" y="86877"/>
                  <a:pt x="387668" y="193929"/>
                </a:cubicBezTo>
                <a:cubicBezTo>
                  <a:pt x="387620" y="300942"/>
                  <a:pt x="300847" y="387668"/>
                  <a:pt x="193834" y="387668"/>
                </a:cubicBezTo>
                <a:cubicBezTo>
                  <a:pt x="193805" y="387668"/>
                  <a:pt x="193767" y="387668"/>
                  <a:pt x="193739" y="387668"/>
                </a:cubicBezTo>
                <a:cubicBezTo>
                  <a:pt x="86687" y="387620"/>
                  <a:pt x="-57" y="300790"/>
                  <a:pt x="0" y="193738"/>
                </a:cubicBezTo>
                <a:cubicBezTo>
                  <a:pt x="48" y="86687"/>
                  <a:pt x="86878" y="-48"/>
                  <a:pt x="193929" y="0"/>
                </a:cubicBezTo>
                <a:close/>
              </a:path>
            </a:pathLst>
          </a:custGeom>
          <a:solidFill>
            <a:srgbClr val="E0044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B6A2E8-6D86-22C6-46A0-A548EA04019F}"/>
              </a:ext>
            </a:extLst>
          </p:cNvPr>
          <p:cNvGrpSpPr/>
          <p:nvPr userDrawn="1"/>
        </p:nvGrpSpPr>
        <p:grpSpPr>
          <a:xfrm>
            <a:off x="428626" y="557075"/>
            <a:ext cx="1428749" cy="195571"/>
            <a:chOff x="9848850" y="557074"/>
            <a:chExt cx="1904999" cy="195571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E46B193-B390-E1D3-7857-63ABE4450DD2}"/>
                </a:ext>
              </a:extLst>
            </p:cNvPr>
            <p:cNvSpPr/>
            <p:nvPr/>
          </p:nvSpPr>
          <p:spPr>
            <a:xfrm>
              <a:off x="9848850" y="560843"/>
              <a:ext cx="122454" cy="188307"/>
            </a:xfrm>
            <a:custGeom>
              <a:avLst/>
              <a:gdLst>
                <a:gd name="connsiteX0" fmla="*/ 0 w 122454"/>
                <a:gd name="connsiteY0" fmla="*/ 0 h 188307"/>
                <a:gd name="connsiteX1" fmla="*/ 0 w 122454"/>
                <a:gd name="connsiteY1" fmla="*/ 188307 h 188307"/>
                <a:gd name="connsiteX2" fmla="*/ 122455 w 122454"/>
                <a:gd name="connsiteY2" fmla="*/ 188307 h 188307"/>
                <a:gd name="connsiteX3" fmla="*/ 122455 w 122454"/>
                <a:gd name="connsiteY3" fmla="*/ 157813 h 188307"/>
                <a:gd name="connsiteX4" fmla="*/ 33235 w 122454"/>
                <a:gd name="connsiteY4" fmla="*/ 157813 h 188307"/>
                <a:gd name="connsiteX5" fmla="*/ 33235 w 122454"/>
                <a:gd name="connsiteY5" fmla="*/ 112792 h 188307"/>
                <a:gd name="connsiteX6" fmla="*/ 114163 w 122454"/>
                <a:gd name="connsiteY6" fmla="*/ 112792 h 188307"/>
                <a:gd name="connsiteX7" fmla="*/ 114163 w 122454"/>
                <a:gd name="connsiteY7" fmla="*/ 83327 h 188307"/>
                <a:gd name="connsiteX8" fmla="*/ 33235 w 122454"/>
                <a:gd name="connsiteY8" fmla="*/ 83327 h 188307"/>
                <a:gd name="connsiteX9" fmla="*/ 33235 w 122454"/>
                <a:gd name="connsiteY9" fmla="*/ 30562 h 188307"/>
                <a:gd name="connsiteX10" fmla="*/ 122455 w 122454"/>
                <a:gd name="connsiteY10" fmla="*/ 30562 h 188307"/>
                <a:gd name="connsiteX11" fmla="*/ 122455 w 122454"/>
                <a:gd name="connsiteY11" fmla="*/ 0 h 188307"/>
                <a:gd name="connsiteX12" fmla="*/ 0 w 122454"/>
                <a:gd name="connsiteY12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07">
                  <a:moveTo>
                    <a:pt x="0" y="0"/>
                  </a:moveTo>
                  <a:lnTo>
                    <a:pt x="0" y="188307"/>
                  </a:lnTo>
                  <a:lnTo>
                    <a:pt x="122455" y="188307"/>
                  </a:lnTo>
                  <a:lnTo>
                    <a:pt x="122455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5" y="30562"/>
                  </a:lnTo>
                  <a:lnTo>
                    <a:pt x="12245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E7D5476-DFCC-870D-C8D3-05EE30F50D0F}"/>
                </a:ext>
              </a:extLst>
            </p:cNvPr>
            <p:cNvSpPr/>
            <p:nvPr/>
          </p:nvSpPr>
          <p:spPr>
            <a:xfrm>
              <a:off x="9998097" y="560843"/>
              <a:ext cx="185908" cy="190705"/>
            </a:xfrm>
            <a:custGeom>
              <a:avLst/>
              <a:gdLst>
                <a:gd name="connsiteX0" fmla="*/ 151098 w 185908"/>
                <a:gd name="connsiteY0" fmla="*/ 0 h 190705"/>
                <a:gd name="connsiteX1" fmla="*/ 93263 w 185908"/>
                <a:gd name="connsiteY1" fmla="*/ 128622 h 190705"/>
                <a:gd name="connsiteX2" fmla="*/ 35633 w 185908"/>
                <a:gd name="connsiteY2" fmla="*/ 0 h 190705"/>
                <a:gd name="connsiteX3" fmla="*/ 0 w 185908"/>
                <a:gd name="connsiteY3" fmla="*/ 0 h 190705"/>
                <a:gd name="connsiteX4" fmla="*/ 87301 w 185908"/>
                <a:gd name="connsiteY4" fmla="*/ 190706 h 190705"/>
                <a:gd name="connsiteX5" fmla="*/ 98608 w 185908"/>
                <a:gd name="connsiteY5" fmla="*/ 190706 h 190705"/>
                <a:gd name="connsiteX6" fmla="*/ 185909 w 185908"/>
                <a:gd name="connsiteY6" fmla="*/ 0 h 190705"/>
                <a:gd name="connsiteX7" fmla="*/ 151098 w 185908"/>
                <a:gd name="connsiteY7" fmla="*/ 0 h 190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08" h="190705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01" y="190706"/>
                  </a:lnTo>
                  <a:lnTo>
                    <a:pt x="98608" y="190706"/>
                  </a:lnTo>
                  <a:lnTo>
                    <a:pt x="185909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1C5C20A-6A76-F6B6-5751-5956305F1420}"/>
                </a:ext>
              </a:extLst>
            </p:cNvPr>
            <p:cNvSpPr/>
            <p:nvPr/>
          </p:nvSpPr>
          <p:spPr>
            <a:xfrm>
              <a:off x="10165231" y="559199"/>
              <a:ext cx="184606" cy="190020"/>
            </a:xfrm>
            <a:custGeom>
              <a:avLst/>
              <a:gdLst>
                <a:gd name="connsiteX0" fmla="*/ 90701 w 184606"/>
                <a:gd name="connsiteY0" fmla="*/ 60490 h 190020"/>
                <a:gd name="connsiteX1" fmla="*/ 119345 w 184606"/>
                <a:gd name="connsiteY1" fmla="*/ 125314 h 190020"/>
                <a:gd name="connsiteX2" fmla="*/ 61989 w 184606"/>
                <a:gd name="connsiteY2" fmla="*/ 125314 h 190020"/>
                <a:gd name="connsiteX3" fmla="*/ 87481 w 184606"/>
                <a:gd name="connsiteY3" fmla="*/ -635 h 190020"/>
                <a:gd name="connsiteX4" fmla="*/ -985 w 184606"/>
                <a:gd name="connsiteY4" fmla="*/ 189385 h 190020"/>
                <a:gd name="connsiteX5" fmla="*/ 33826 w 184606"/>
                <a:gd name="connsiteY5" fmla="*/ 189385 h 190020"/>
                <a:gd name="connsiteX6" fmla="*/ 50203 w 184606"/>
                <a:gd name="connsiteY6" fmla="*/ 151833 h 190020"/>
                <a:gd name="connsiteX7" fmla="*/ 131131 w 184606"/>
                <a:gd name="connsiteY7" fmla="*/ 151833 h 190020"/>
                <a:gd name="connsiteX8" fmla="*/ 147714 w 184606"/>
                <a:gd name="connsiteY8" fmla="*/ 189385 h 190020"/>
                <a:gd name="connsiteX9" fmla="*/ 183622 w 184606"/>
                <a:gd name="connsiteY9" fmla="*/ 189385 h 190020"/>
                <a:gd name="connsiteX10" fmla="*/ 95155 w 184606"/>
                <a:gd name="connsiteY10" fmla="*/ -635 h 19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4606" h="190020">
                  <a:moveTo>
                    <a:pt x="90701" y="60490"/>
                  </a:moveTo>
                  <a:lnTo>
                    <a:pt x="119345" y="125314"/>
                  </a:lnTo>
                  <a:lnTo>
                    <a:pt x="61989" y="125314"/>
                  </a:lnTo>
                  <a:close/>
                  <a:moveTo>
                    <a:pt x="87481" y="-635"/>
                  </a:moveTo>
                  <a:lnTo>
                    <a:pt x="-985" y="189385"/>
                  </a:lnTo>
                  <a:lnTo>
                    <a:pt x="33826" y="189385"/>
                  </a:lnTo>
                  <a:lnTo>
                    <a:pt x="50203" y="151833"/>
                  </a:lnTo>
                  <a:lnTo>
                    <a:pt x="131131" y="151833"/>
                  </a:lnTo>
                  <a:lnTo>
                    <a:pt x="147714" y="189385"/>
                  </a:lnTo>
                  <a:lnTo>
                    <a:pt x="183622" y="189385"/>
                  </a:lnTo>
                  <a:lnTo>
                    <a:pt x="95155" y="-635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03180D0-B8DC-5A6E-1D2B-7AD6FDC6FC64}"/>
                </a:ext>
              </a:extLst>
            </p:cNvPr>
            <p:cNvSpPr/>
            <p:nvPr/>
          </p:nvSpPr>
          <p:spPr>
            <a:xfrm>
              <a:off x="10381222" y="560843"/>
              <a:ext cx="122385" cy="188307"/>
            </a:xfrm>
            <a:custGeom>
              <a:avLst/>
              <a:gdLst>
                <a:gd name="connsiteX0" fmla="*/ 0 w 122385"/>
                <a:gd name="connsiteY0" fmla="*/ 0 h 188307"/>
                <a:gd name="connsiteX1" fmla="*/ 0 w 122385"/>
                <a:gd name="connsiteY1" fmla="*/ 188307 h 188307"/>
                <a:gd name="connsiteX2" fmla="*/ 122386 w 122385"/>
                <a:gd name="connsiteY2" fmla="*/ 188307 h 188307"/>
                <a:gd name="connsiteX3" fmla="*/ 122386 w 122385"/>
                <a:gd name="connsiteY3" fmla="*/ 157813 h 188307"/>
                <a:gd name="connsiteX4" fmla="*/ 33166 w 122385"/>
                <a:gd name="connsiteY4" fmla="*/ 157813 h 188307"/>
                <a:gd name="connsiteX5" fmla="*/ 33166 w 122385"/>
                <a:gd name="connsiteY5" fmla="*/ 0 h 188307"/>
                <a:gd name="connsiteX6" fmla="*/ 0 w 122385"/>
                <a:gd name="connsiteY6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85" h="188307">
                  <a:moveTo>
                    <a:pt x="0" y="0"/>
                  </a:moveTo>
                  <a:lnTo>
                    <a:pt x="0" y="188307"/>
                  </a:lnTo>
                  <a:lnTo>
                    <a:pt x="122386" y="188307"/>
                  </a:lnTo>
                  <a:lnTo>
                    <a:pt x="122386" y="157813"/>
                  </a:lnTo>
                  <a:lnTo>
                    <a:pt x="33166" y="157813"/>
                  </a:lnTo>
                  <a:lnTo>
                    <a:pt x="3316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9C8E336-3FC0-E4E7-F38E-358A18CC3D2C}"/>
                </a:ext>
              </a:extLst>
            </p:cNvPr>
            <p:cNvSpPr/>
            <p:nvPr/>
          </p:nvSpPr>
          <p:spPr>
            <a:xfrm>
              <a:off x="10530744" y="560844"/>
              <a:ext cx="157059" cy="191801"/>
            </a:xfrm>
            <a:custGeom>
              <a:avLst/>
              <a:gdLst>
                <a:gd name="connsiteX0" fmla="*/ -985 w 157059"/>
                <a:gd name="connsiteY0" fmla="*/ -635 h 191801"/>
                <a:gd name="connsiteX1" fmla="*/ 32250 w 157059"/>
                <a:gd name="connsiteY1" fmla="*/ -635 h 191801"/>
                <a:gd name="connsiteX2" fmla="*/ 32250 w 157059"/>
                <a:gd name="connsiteY2" fmla="*/ 109759 h 191801"/>
                <a:gd name="connsiteX3" fmla="*/ 76997 w 157059"/>
                <a:gd name="connsiteY3" fmla="*/ 160673 h 191801"/>
                <a:gd name="connsiteX4" fmla="*/ 122840 w 157059"/>
                <a:gd name="connsiteY4" fmla="*/ 109484 h 191801"/>
                <a:gd name="connsiteX5" fmla="*/ 122840 w 157059"/>
                <a:gd name="connsiteY5" fmla="*/ -635 h 191801"/>
                <a:gd name="connsiteX6" fmla="*/ 156074 w 157059"/>
                <a:gd name="connsiteY6" fmla="*/ -635 h 191801"/>
                <a:gd name="connsiteX7" fmla="*/ 156074 w 157059"/>
                <a:gd name="connsiteY7" fmla="*/ 109759 h 191801"/>
                <a:gd name="connsiteX8" fmla="*/ 76997 w 157059"/>
                <a:gd name="connsiteY8" fmla="*/ 191167 h 191801"/>
                <a:gd name="connsiteX9" fmla="*/ -985 w 157059"/>
                <a:gd name="connsiteY9" fmla="*/ 109759 h 19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059" h="191801">
                  <a:moveTo>
                    <a:pt x="-985" y="-635"/>
                  </a:moveTo>
                  <a:lnTo>
                    <a:pt x="32250" y="-635"/>
                  </a:lnTo>
                  <a:lnTo>
                    <a:pt x="32250" y="109759"/>
                  </a:lnTo>
                  <a:cubicBezTo>
                    <a:pt x="32250" y="145666"/>
                    <a:pt x="48627" y="160673"/>
                    <a:pt x="76997" y="160673"/>
                  </a:cubicBezTo>
                  <a:cubicBezTo>
                    <a:pt x="105366" y="160673"/>
                    <a:pt x="122840" y="145666"/>
                    <a:pt x="122840" y="109484"/>
                  </a:cubicBezTo>
                  <a:lnTo>
                    <a:pt x="122840" y="-635"/>
                  </a:lnTo>
                  <a:lnTo>
                    <a:pt x="156074" y="-635"/>
                  </a:lnTo>
                  <a:lnTo>
                    <a:pt x="156074" y="109759"/>
                  </a:lnTo>
                  <a:cubicBezTo>
                    <a:pt x="156074" y="166018"/>
                    <a:pt x="124142" y="191167"/>
                    <a:pt x="76997" y="191167"/>
                  </a:cubicBezTo>
                  <a:cubicBezTo>
                    <a:pt x="29851" y="191167"/>
                    <a:pt x="-985" y="166018"/>
                    <a:pt x="-985" y="109759"/>
                  </a:cubicBez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960328-7BC3-375E-2127-6C5566E55116}"/>
                </a:ext>
              </a:extLst>
            </p:cNvPr>
            <p:cNvSpPr/>
            <p:nvPr/>
          </p:nvSpPr>
          <p:spPr>
            <a:xfrm>
              <a:off x="10738717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094 w 122454"/>
                <a:gd name="connsiteY6" fmla="*/ 112792 h 188375"/>
                <a:gd name="connsiteX7" fmla="*/ 114094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094" y="112792"/>
                  </a:lnTo>
                  <a:lnTo>
                    <a:pt x="114094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E7EEE1-09CE-97D5-6B39-74E474E28306}"/>
                </a:ext>
              </a:extLst>
            </p:cNvPr>
            <p:cNvSpPr/>
            <p:nvPr/>
          </p:nvSpPr>
          <p:spPr>
            <a:xfrm>
              <a:off x="10903178" y="557074"/>
              <a:ext cx="128896" cy="194954"/>
            </a:xfrm>
            <a:custGeom>
              <a:avLst/>
              <a:gdLst>
                <a:gd name="connsiteX0" fmla="*/ 60688 w 128896"/>
                <a:gd name="connsiteY0" fmla="*/ 194319 h 194954"/>
                <a:gd name="connsiteX1" fmla="*/ -985 w 128896"/>
                <a:gd name="connsiteY1" fmla="*/ 176366 h 194954"/>
                <a:gd name="connsiteX2" fmla="*/ 10528 w 128896"/>
                <a:gd name="connsiteY2" fmla="*/ 146352 h 194954"/>
                <a:gd name="connsiteX3" fmla="*/ 61716 w 128896"/>
                <a:gd name="connsiteY3" fmla="*/ 163209 h 194954"/>
                <a:gd name="connsiteX4" fmla="*/ 94060 w 128896"/>
                <a:gd name="connsiteY4" fmla="*/ 140185 h 194954"/>
                <a:gd name="connsiteX5" fmla="*/ 52944 w 128896"/>
                <a:gd name="connsiteY5" fmla="*/ 107498 h 194954"/>
                <a:gd name="connsiteX6" fmla="*/ 3607 w 128896"/>
                <a:gd name="connsiteY6" fmla="*/ 54185 h 194954"/>
                <a:gd name="connsiteX7" fmla="*/ 66855 w 128896"/>
                <a:gd name="connsiteY7" fmla="*/ -635 h 194954"/>
                <a:gd name="connsiteX8" fmla="*/ 118797 w 128896"/>
                <a:gd name="connsiteY8" fmla="*/ 12248 h 194954"/>
                <a:gd name="connsiteX9" fmla="*/ 108108 w 128896"/>
                <a:gd name="connsiteY9" fmla="*/ 41713 h 194954"/>
                <a:gd name="connsiteX10" fmla="*/ 66033 w 128896"/>
                <a:gd name="connsiteY10" fmla="*/ 29105 h 194954"/>
                <a:gd name="connsiteX11" fmla="*/ 37116 w 128896"/>
                <a:gd name="connsiteY11" fmla="*/ 53226 h 194954"/>
                <a:gd name="connsiteX12" fmla="*/ 73776 w 128896"/>
                <a:gd name="connsiteY12" fmla="*/ 82417 h 194954"/>
                <a:gd name="connsiteX13" fmla="*/ 127911 w 128896"/>
                <a:gd name="connsiteY13" fmla="*/ 140047 h 194954"/>
                <a:gd name="connsiteX14" fmla="*/ 60413 w 128896"/>
                <a:gd name="connsiteY14" fmla="*/ 194182 h 1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896" h="194954">
                  <a:moveTo>
                    <a:pt x="60688" y="194319"/>
                  </a:moveTo>
                  <a:cubicBezTo>
                    <a:pt x="38896" y="193949"/>
                    <a:pt x="17585" y="187748"/>
                    <a:pt x="-985" y="176366"/>
                  </a:cubicBezTo>
                  <a:lnTo>
                    <a:pt x="10528" y="146352"/>
                  </a:lnTo>
                  <a:cubicBezTo>
                    <a:pt x="25603" y="156747"/>
                    <a:pt x="43419" y="162599"/>
                    <a:pt x="61716" y="163209"/>
                  </a:cubicBezTo>
                  <a:cubicBezTo>
                    <a:pt x="83918" y="163209"/>
                    <a:pt x="94060" y="152245"/>
                    <a:pt x="94060" y="140185"/>
                  </a:cubicBezTo>
                  <a:cubicBezTo>
                    <a:pt x="94060" y="128124"/>
                    <a:pt x="87207" y="120038"/>
                    <a:pt x="52944" y="107498"/>
                  </a:cubicBezTo>
                  <a:cubicBezTo>
                    <a:pt x="16215" y="93793"/>
                    <a:pt x="3607" y="76662"/>
                    <a:pt x="3607" y="54185"/>
                  </a:cubicBezTo>
                  <a:cubicBezTo>
                    <a:pt x="3607" y="25747"/>
                    <a:pt x="26631" y="-635"/>
                    <a:pt x="66855" y="-635"/>
                  </a:cubicBezTo>
                  <a:cubicBezTo>
                    <a:pt x="84946" y="-669"/>
                    <a:pt x="102831" y="3757"/>
                    <a:pt x="118797" y="12248"/>
                  </a:cubicBezTo>
                  <a:lnTo>
                    <a:pt x="108108" y="41713"/>
                  </a:lnTo>
                  <a:cubicBezTo>
                    <a:pt x="95293" y="34265"/>
                    <a:pt x="80834" y="29948"/>
                    <a:pt x="66033" y="29105"/>
                  </a:cubicBezTo>
                  <a:cubicBezTo>
                    <a:pt x="46229" y="29105"/>
                    <a:pt x="37116" y="40138"/>
                    <a:pt x="37116" y="53226"/>
                  </a:cubicBezTo>
                  <a:cubicBezTo>
                    <a:pt x="37116" y="66314"/>
                    <a:pt x="47257" y="72824"/>
                    <a:pt x="73776" y="82417"/>
                  </a:cubicBezTo>
                  <a:cubicBezTo>
                    <a:pt x="115851" y="98795"/>
                    <a:pt x="127911" y="115378"/>
                    <a:pt x="127911" y="140047"/>
                  </a:cubicBezTo>
                  <a:cubicBezTo>
                    <a:pt x="127911" y="173556"/>
                    <a:pt x="102488" y="194182"/>
                    <a:pt x="60413" y="194182"/>
                  </a:cubicBezTo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A7DD4B-0FA8-8C1F-4166-7B19FA4BF589}"/>
                </a:ext>
              </a:extLst>
            </p:cNvPr>
            <p:cNvSpPr/>
            <p:nvPr/>
          </p:nvSpPr>
          <p:spPr>
            <a:xfrm>
              <a:off x="11078876" y="560432"/>
              <a:ext cx="122523" cy="188375"/>
            </a:xfrm>
            <a:custGeom>
              <a:avLst/>
              <a:gdLst>
                <a:gd name="connsiteX0" fmla="*/ 0 w 122523"/>
                <a:gd name="connsiteY0" fmla="*/ 0 h 188375"/>
                <a:gd name="connsiteX1" fmla="*/ 0 w 122523"/>
                <a:gd name="connsiteY1" fmla="*/ 188376 h 188375"/>
                <a:gd name="connsiteX2" fmla="*/ 122523 w 122523"/>
                <a:gd name="connsiteY2" fmla="*/ 188376 h 188375"/>
                <a:gd name="connsiteX3" fmla="*/ 122523 w 122523"/>
                <a:gd name="connsiteY3" fmla="*/ 157813 h 188375"/>
                <a:gd name="connsiteX4" fmla="*/ 33303 w 122523"/>
                <a:gd name="connsiteY4" fmla="*/ 157813 h 188375"/>
                <a:gd name="connsiteX5" fmla="*/ 33303 w 122523"/>
                <a:gd name="connsiteY5" fmla="*/ 112792 h 188375"/>
                <a:gd name="connsiteX6" fmla="*/ 114163 w 122523"/>
                <a:gd name="connsiteY6" fmla="*/ 112792 h 188375"/>
                <a:gd name="connsiteX7" fmla="*/ 114163 w 122523"/>
                <a:gd name="connsiteY7" fmla="*/ 83327 h 188375"/>
                <a:gd name="connsiteX8" fmla="*/ 33303 w 122523"/>
                <a:gd name="connsiteY8" fmla="*/ 83327 h 188375"/>
                <a:gd name="connsiteX9" fmla="*/ 33303 w 122523"/>
                <a:gd name="connsiteY9" fmla="*/ 30562 h 188375"/>
                <a:gd name="connsiteX10" fmla="*/ 122523 w 122523"/>
                <a:gd name="connsiteY10" fmla="*/ 30562 h 188375"/>
                <a:gd name="connsiteX11" fmla="*/ 122523 w 122523"/>
                <a:gd name="connsiteY11" fmla="*/ 0 h 188375"/>
                <a:gd name="connsiteX12" fmla="*/ 0 w 122523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23" h="188375">
                  <a:moveTo>
                    <a:pt x="0" y="0"/>
                  </a:moveTo>
                  <a:lnTo>
                    <a:pt x="0" y="188376"/>
                  </a:lnTo>
                  <a:lnTo>
                    <a:pt x="122523" y="188376"/>
                  </a:lnTo>
                  <a:lnTo>
                    <a:pt x="122523" y="157813"/>
                  </a:lnTo>
                  <a:lnTo>
                    <a:pt x="33303" y="157813"/>
                  </a:lnTo>
                  <a:lnTo>
                    <a:pt x="33303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303" y="83327"/>
                  </a:lnTo>
                  <a:lnTo>
                    <a:pt x="33303" y="30562"/>
                  </a:lnTo>
                  <a:lnTo>
                    <a:pt x="122523" y="30562"/>
                  </a:lnTo>
                  <a:lnTo>
                    <a:pt x="12252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F3F392D-EA36-8830-1FED-9724707CBBB3}"/>
                </a:ext>
              </a:extLst>
            </p:cNvPr>
            <p:cNvSpPr/>
            <p:nvPr/>
          </p:nvSpPr>
          <p:spPr>
            <a:xfrm>
              <a:off x="11251971" y="560432"/>
              <a:ext cx="148767" cy="189412"/>
            </a:xfrm>
            <a:custGeom>
              <a:avLst/>
              <a:gdLst>
                <a:gd name="connsiteX0" fmla="*/ 32250 w 148767"/>
                <a:gd name="connsiteY0" fmla="*/ 29927 h 189412"/>
                <a:gd name="connsiteX1" fmla="*/ 32250 w 148767"/>
                <a:gd name="connsiteY1" fmla="*/ 103592 h 189412"/>
                <a:gd name="connsiteX2" fmla="*/ 56919 w 148767"/>
                <a:gd name="connsiteY2" fmla="*/ 103592 h 189412"/>
                <a:gd name="connsiteX3" fmla="*/ 98719 w 148767"/>
                <a:gd name="connsiteY3" fmla="*/ 66383 h 189412"/>
                <a:gd name="connsiteX4" fmla="*/ 56919 w 148767"/>
                <a:gd name="connsiteY4" fmla="*/ 29927 h 189412"/>
                <a:gd name="connsiteX5" fmla="*/ -985 w 148767"/>
                <a:gd name="connsiteY5" fmla="*/ -635 h 189412"/>
                <a:gd name="connsiteX6" fmla="*/ 59317 w 148767"/>
                <a:gd name="connsiteY6" fmla="*/ -635 h 189412"/>
                <a:gd name="connsiteX7" fmla="*/ 134694 w 148767"/>
                <a:gd name="connsiteY7" fmla="*/ 66383 h 189412"/>
                <a:gd name="connsiteX8" fmla="*/ 99610 w 148767"/>
                <a:gd name="connsiteY8" fmla="*/ 125862 h 189412"/>
                <a:gd name="connsiteX9" fmla="*/ 140314 w 148767"/>
                <a:gd name="connsiteY9" fmla="*/ 157727 h 189412"/>
                <a:gd name="connsiteX10" fmla="*/ 147783 w 148767"/>
                <a:gd name="connsiteY10" fmla="*/ 157727 h 189412"/>
                <a:gd name="connsiteX11" fmla="*/ 147783 w 148767"/>
                <a:gd name="connsiteY11" fmla="*/ 187192 h 189412"/>
                <a:gd name="connsiteX12" fmla="*/ 129829 w 148767"/>
                <a:gd name="connsiteY12" fmla="*/ 188768 h 189412"/>
                <a:gd name="connsiteX13" fmla="*/ 62880 w 148767"/>
                <a:gd name="connsiteY13" fmla="*/ 132783 h 189412"/>
                <a:gd name="connsiteX14" fmla="*/ 52944 w 148767"/>
                <a:gd name="connsiteY14" fmla="*/ 132783 h 189412"/>
                <a:gd name="connsiteX15" fmla="*/ 32387 w 148767"/>
                <a:gd name="connsiteY15" fmla="*/ 132783 h 189412"/>
                <a:gd name="connsiteX16" fmla="*/ 32387 w 148767"/>
                <a:gd name="connsiteY16" fmla="*/ 187604 h 189412"/>
                <a:gd name="connsiteX17" fmla="*/ -848 w 148767"/>
                <a:gd name="connsiteY17" fmla="*/ 187604 h 189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767" h="189412">
                  <a:moveTo>
                    <a:pt x="32250" y="29927"/>
                  </a:moveTo>
                  <a:lnTo>
                    <a:pt x="32250" y="103592"/>
                  </a:lnTo>
                  <a:lnTo>
                    <a:pt x="56919" y="103592"/>
                  </a:lnTo>
                  <a:cubicBezTo>
                    <a:pt x="87961" y="103592"/>
                    <a:pt x="98719" y="87009"/>
                    <a:pt x="98719" y="66383"/>
                  </a:cubicBezTo>
                  <a:cubicBezTo>
                    <a:pt x="98719" y="45756"/>
                    <a:pt x="88235" y="29927"/>
                    <a:pt x="56919" y="29927"/>
                  </a:cubicBezTo>
                  <a:close/>
                  <a:moveTo>
                    <a:pt x="-985" y="-635"/>
                  </a:moveTo>
                  <a:lnTo>
                    <a:pt x="59317" y="-635"/>
                  </a:lnTo>
                  <a:cubicBezTo>
                    <a:pt x="109409" y="-635"/>
                    <a:pt x="134694" y="26775"/>
                    <a:pt x="134694" y="66383"/>
                  </a:cubicBezTo>
                  <a:cubicBezTo>
                    <a:pt x="134832" y="91154"/>
                    <a:pt x="121332" y="113994"/>
                    <a:pt x="99610" y="125862"/>
                  </a:cubicBezTo>
                  <a:cubicBezTo>
                    <a:pt x="113795" y="138128"/>
                    <a:pt x="117769" y="157727"/>
                    <a:pt x="140314" y="157727"/>
                  </a:cubicBezTo>
                  <a:lnTo>
                    <a:pt x="147783" y="157727"/>
                  </a:lnTo>
                  <a:lnTo>
                    <a:pt x="147783" y="187192"/>
                  </a:lnTo>
                  <a:cubicBezTo>
                    <a:pt x="141890" y="188323"/>
                    <a:pt x="135860" y="188851"/>
                    <a:pt x="129829" y="188768"/>
                  </a:cubicBezTo>
                  <a:cubicBezTo>
                    <a:pt x="82958" y="188768"/>
                    <a:pt x="85631" y="145666"/>
                    <a:pt x="62880" y="132783"/>
                  </a:cubicBezTo>
                  <a:cubicBezTo>
                    <a:pt x="59660" y="132783"/>
                    <a:pt x="56439" y="132783"/>
                    <a:pt x="52944" y="132783"/>
                  </a:cubicBezTo>
                  <a:lnTo>
                    <a:pt x="32387" y="132783"/>
                  </a:lnTo>
                  <a:lnTo>
                    <a:pt x="32387" y="187604"/>
                  </a:lnTo>
                  <a:lnTo>
                    <a:pt x="-848" y="187604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57E4049-773B-01F9-FA55-1578E0EC2A7A}"/>
                </a:ext>
              </a:extLst>
            </p:cNvPr>
            <p:cNvSpPr/>
            <p:nvPr/>
          </p:nvSpPr>
          <p:spPr>
            <a:xfrm>
              <a:off x="11411155" y="560432"/>
              <a:ext cx="185977" cy="190774"/>
            </a:xfrm>
            <a:custGeom>
              <a:avLst/>
              <a:gdLst>
                <a:gd name="connsiteX0" fmla="*/ 151098 w 185977"/>
                <a:gd name="connsiteY0" fmla="*/ 0 h 190774"/>
                <a:gd name="connsiteX1" fmla="*/ 93263 w 185977"/>
                <a:gd name="connsiteY1" fmla="*/ 128622 h 190774"/>
                <a:gd name="connsiteX2" fmla="*/ 35633 w 185977"/>
                <a:gd name="connsiteY2" fmla="*/ 0 h 190774"/>
                <a:gd name="connsiteX3" fmla="*/ 0 w 185977"/>
                <a:gd name="connsiteY3" fmla="*/ 0 h 190774"/>
                <a:gd name="connsiteX4" fmla="*/ 87370 w 185977"/>
                <a:gd name="connsiteY4" fmla="*/ 190774 h 190774"/>
                <a:gd name="connsiteX5" fmla="*/ 98608 w 185977"/>
                <a:gd name="connsiteY5" fmla="*/ 190774 h 190774"/>
                <a:gd name="connsiteX6" fmla="*/ 185977 w 185977"/>
                <a:gd name="connsiteY6" fmla="*/ 0 h 190774"/>
                <a:gd name="connsiteX7" fmla="*/ 151098 w 185977"/>
                <a:gd name="connsiteY7" fmla="*/ 0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77" h="190774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70" y="190774"/>
                  </a:lnTo>
                  <a:lnTo>
                    <a:pt x="98608" y="190774"/>
                  </a:lnTo>
                  <a:lnTo>
                    <a:pt x="185977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5F19EF7-D3B2-63CC-D072-5A5166F29886}"/>
                </a:ext>
              </a:extLst>
            </p:cNvPr>
            <p:cNvSpPr/>
            <p:nvPr/>
          </p:nvSpPr>
          <p:spPr>
            <a:xfrm>
              <a:off x="11631395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163 w 122454"/>
                <a:gd name="connsiteY6" fmla="*/ 112792 h 188375"/>
                <a:gd name="connsiteX7" fmla="*/ 114163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62FC85F4-CF48-3B0C-E0F5-7B23476C02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6" y="4561367"/>
            <a:ext cx="3855227" cy="1102832"/>
          </a:xfrm>
          <a:prstGeom prst="rect">
            <a:avLst/>
          </a:prstGeom>
        </p:spPr>
        <p:txBody>
          <a:bodyPr lIns="0" tIns="36000" rIns="0" bIns="36000">
            <a:normAutofit/>
          </a:bodyPr>
          <a:lstStyle>
            <a:lvl1pPr marL="0" indent="0" algn="l">
              <a:buNone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endParaRPr lang="en-GB"/>
          </a:p>
        </p:txBody>
      </p:sp>
      <p:sp>
        <p:nvSpPr>
          <p:cNvPr id="4" name="Title 22">
            <a:extLst>
              <a:ext uri="{FF2B5EF4-FFF2-40B4-BE49-F238E27FC236}">
                <a16:creationId xmlns:a16="http://schemas.microsoft.com/office/drawing/2014/main" id="{3AF3255D-27F8-1D37-75F9-FF1E7CEE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3030360"/>
            <a:ext cx="3867150" cy="903700"/>
          </a:xfrm>
        </p:spPr>
        <p:txBody>
          <a:bodyPr lIns="0" tIns="36000" rIns="0" bIns="36000" anchor="ctr" anchorCtr="0">
            <a:sp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Title placeholder </a:t>
            </a:r>
            <a:r>
              <a:rPr lang="en-US" err="1"/>
              <a:t>alitori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exeri</a:t>
            </a:r>
            <a:r>
              <a:rPr lang="en-US"/>
              <a:t> </a:t>
            </a:r>
            <a:r>
              <a:rPr lang="en-US" err="1"/>
              <a:t>bearitati</a:t>
            </a:r>
            <a:r>
              <a:rPr lang="en-US"/>
              <a:t> </a:t>
            </a:r>
            <a:r>
              <a:rPr lang="en-US" err="1"/>
              <a:t>ut</a:t>
            </a:r>
            <a:endParaRPr lang="en-GB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715062A6-09FF-7FEC-6603-A122773946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8625" y="5826126"/>
            <a:ext cx="1570435" cy="650875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7EB114-7A1D-5FD8-6FDD-FA1668121B5E}"/>
              </a:ext>
            </a:extLst>
          </p:cNvPr>
          <p:cNvSpPr/>
          <p:nvPr userDrawn="1"/>
        </p:nvSpPr>
        <p:spPr>
          <a:xfrm rot="10800000">
            <a:off x="428625" y="4280963"/>
            <a:ext cx="724193" cy="72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7268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urple cen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374356-2DEE-40D7-A5C3-76BE971FC0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44387" y="4405745"/>
            <a:ext cx="3855227" cy="12584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</a:t>
            </a:r>
            <a:r>
              <a:rPr lang="en-US" err="1"/>
              <a:t>eros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endParaRPr lang="en-GB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09E82F87-CF4A-4A93-9472-B0DDD5EDA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7913" y="2766220"/>
            <a:ext cx="4448175" cy="1325563"/>
          </a:xfrm>
        </p:spPr>
        <p:txBody>
          <a:bodyPr anchor="ctr" anchorCtr="0">
            <a:normAutofit/>
          </a:bodyPr>
          <a:lstStyle>
            <a:lvl1pPr algn="ct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placeholder bit </a:t>
            </a:r>
            <a:r>
              <a:rPr lang="en-US" err="1"/>
              <a:t>odis</a:t>
            </a:r>
            <a:r>
              <a:rPr lang="en-US"/>
              <a:t> re </a:t>
            </a:r>
            <a:r>
              <a:rPr lang="en-US" err="1"/>
              <a:t>pernatiis</a:t>
            </a:r>
            <a:r>
              <a:rPr lang="en-US"/>
              <a:t> </a:t>
            </a:r>
            <a:r>
              <a:rPr lang="en-US" err="1"/>
              <a:t>dundel</a:t>
            </a:r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05E651-E4B9-4E97-9B29-DD1D5A1C87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467"/>
          <a:stretch>
            <a:fillRect/>
          </a:stretch>
        </p:blipFill>
        <p:spPr>
          <a:xfrm>
            <a:off x="0" y="5233935"/>
            <a:ext cx="791543" cy="1069922"/>
          </a:xfrm>
          <a:custGeom>
            <a:avLst/>
            <a:gdLst>
              <a:gd name="connsiteX0" fmla="*/ 0 w 1055390"/>
              <a:gd name="connsiteY0" fmla="*/ 0 h 1069922"/>
              <a:gd name="connsiteX1" fmla="*/ 1055390 w 1055390"/>
              <a:gd name="connsiteY1" fmla="*/ 0 h 1069922"/>
              <a:gd name="connsiteX2" fmla="*/ 1055390 w 1055390"/>
              <a:gd name="connsiteY2" fmla="*/ 1069922 h 1069922"/>
              <a:gd name="connsiteX3" fmla="*/ 0 w 1055390"/>
              <a:gd name="connsiteY3" fmla="*/ 1069922 h 106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90" h="1069922">
                <a:moveTo>
                  <a:pt x="0" y="0"/>
                </a:moveTo>
                <a:lnTo>
                  <a:pt x="1055390" y="0"/>
                </a:lnTo>
                <a:lnTo>
                  <a:pt x="1055390" y="1069922"/>
                </a:lnTo>
                <a:lnTo>
                  <a:pt x="0" y="1069922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50405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left align tex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87480D-F3CB-79A1-5BF2-2FB5A08014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44387" y="4405745"/>
            <a:ext cx="3855227" cy="12584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</a:t>
            </a:r>
            <a:r>
              <a:rPr lang="en-US" err="1"/>
              <a:t>eros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endParaRPr lang="en-GB"/>
          </a:p>
        </p:txBody>
      </p:sp>
      <p:sp>
        <p:nvSpPr>
          <p:cNvPr id="4" name="Title 22">
            <a:extLst>
              <a:ext uri="{FF2B5EF4-FFF2-40B4-BE49-F238E27FC236}">
                <a16:creationId xmlns:a16="http://schemas.microsoft.com/office/drawing/2014/main" id="{35B332AC-8F96-433D-F3DB-562A4790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7913" y="2766220"/>
            <a:ext cx="4448175" cy="1325563"/>
          </a:xfrm>
        </p:spPr>
        <p:txBody>
          <a:bodyPr anchor="ctr" anchorCtr="0">
            <a:normAutofit/>
          </a:bodyPr>
          <a:lstStyle>
            <a:lvl1pPr algn="ct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placeholder bit </a:t>
            </a:r>
            <a:r>
              <a:rPr lang="en-US" err="1"/>
              <a:t>odis</a:t>
            </a:r>
            <a:r>
              <a:rPr lang="en-US"/>
              <a:t> re </a:t>
            </a:r>
            <a:r>
              <a:rPr lang="en-US" err="1"/>
              <a:t>pernatiis</a:t>
            </a:r>
            <a:r>
              <a:rPr lang="en-US"/>
              <a:t> </a:t>
            </a:r>
            <a:r>
              <a:rPr lang="en-US" err="1"/>
              <a:t>dundel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6D3D33A-ACE4-51B5-EB00-AEB83C9628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467"/>
          <a:stretch>
            <a:fillRect/>
          </a:stretch>
        </p:blipFill>
        <p:spPr>
          <a:xfrm>
            <a:off x="0" y="5233935"/>
            <a:ext cx="791543" cy="1069922"/>
          </a:xfrm>
          <a:custGeom>
            <a:avLst/>
            <a:gdLst>
              <a:gd name="connsiteX0" fmla="*/ 0 w 1055390"/>
              <a:gd name="connsiteY0" fmla="*/ 0 h 1069922"/>
              <a:gd name="connsiteX1" fmla="*/ 1055390 w 1055390"/>
              <a:gd name="connsiteY1" fmla="*/ 0 h 1069922"/>
              <a:gd name="connsiteX2" fmla="*/ 1055390 w 1055390"/>
              <a:gd name="connsiteY2" fmla="*/ 1069922 h 1069922"/>
              <a:gd name="connsiteX3" fmla="*/ 0 w 1055390"/>
              <a:gd name="connsiteY3" fmla="*/ 1069922 h 106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90" h="1069922">
                <a:moveTo>
                  <a:pt x="0" y="0"/>
                </a:moveTo>
                <a:lnTo>
                  <a:pt x="1055390" y="0"/>
                </a:lnTo>
                <a:lnTo>
                  <a:pt x="1055390" y="1069922"/>
                </a:lnTo>
                <a:lnTo>
                  <a:pt x="0" y="1069922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1327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subtitle and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1675CD4-4940-458C-97F8-A0D879E01C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9561832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1675CD4-4940-458C-97F8-A0D879E01C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A013B6E-E01D-95B8-7F88-8B073AB76F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31" y="812800"/>
            <a:ext cx="8235554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365676-A398-C0F2-82B8-79799EBC262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3B329CBC-A007-68B3-D5B5-F08D0FA1F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31" y="1500810"/>
            <a:ext cx="8235554" cy="4676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6F99162-8341-203D-EFB6-915CF1D4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9004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E912E86-6E38-4F10-8E64-15B667979B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76803756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E912E86-6E38-4F10-8E64-15B667979B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4B9BB-2B28-A049-AC35-0624A81142B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4DA2413-6E0A-49AE-6065-B689AB950D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31" y="812800"/>
            <a:ext cx="8235554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058493A-F17E-270A-9146-15D15D2A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373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title and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10BB9E-0896-01FE-96E0-F8B448582B03}"/>
              </a:ext>
            </a:extLst>
          </p:cNvPr>
          <p:cNvSpPr/>
          <p:nvPr userDrawn="1"/>
        </p:nvSpPr>
        <p:spPr>
          <a:xfrm>
            <a:off x="0" y="0"/>
            <a:ext cx="9144000" cy="127304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6A536F-2231-484E-9451-A0F7AECB05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1325780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6A536F-2231-484E-9451-A0F7AECB05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49524-53CE-260D-EB40-5ECC69D13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1"/>
            <a:ext cx="8235554" cy="8280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E4758-7F31-DC1B-B34C-538CE6FE4F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0C9A6D33-35E2-083C-21F7-69F2CDA79ED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531" y="1714500"/>
            <a:ext cx="8235554" cy="446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38213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purp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15A89A-B66D-893B-F07C-7F46D013CB59}"/>
              </a:ext>
            </a:extLst>
          </p:cNvPr>
          <p:cNvSpPr/>
          <p:nvPr userDrawn="1"/>
        </p:nvSpPr>
        <p:spPr>
          <a:xfrm>
            <a:off x="0" y="3981500"/>
            <a:ext cx="9144000" cy="2876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sz="1350" dirty="0"/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2064AD7-4BD1-4323-9F46-8E8AAE9324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73654493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2064AD7-4BD1-4323-9F46-8E8AAE9324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969397C0-573A-81F3-4AFF-627FCC830D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531" y="4343561"/>
            <a:ext cx="5304427" cy="1799843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171450" indent="0">
              <a:buNone/>
              <a:defRPr sz="1200"/>
            </a:lvl2pPr>
            <a:lvl3pPr marL="342900" indent="0">
              <a:buNone/>
              <a:defRPr sz="1200"/>
            </a:lvl3pPr>
            <a:lvl4pPr marL="514350" indent="0">
              <a:buNone/>
              <a:defRPr sz="1200"/>
            </a:lvl4pPr>
            <a:lvl5pPr marL="685800" indent="0">
              <a:buNone/>
              <a:defRPr sz="1200"/>
            </a:lvl5pPr>
          </a:lstStyle>
          <a:p>
            <a:pPr lvl="0"/>
            <a:r>
              <a:rPr lang="en-US"/>
              <a:t>Body text 2 placeholder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1EB7A46-FE8F-027E-5AA7-045D1B4558DC}"/>
              </a:ext>
            </a:extLst>
          </p:cNvPr>
          <p:cNvPicPr>
            <a:picLocks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5280" y="6556248"/>
            <a:ext cx="610362" cy="82296"/>
          </a:xfrm>
          <a:prstGeom prst="rect">
            <a:avLst/>
          </a:prstGeom>
        </p:spPr>
      </p:pic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748A4C6D-BB80-4E0B-2B7D-10795640E3AF}"/>
              </a:ext>
            </a:extLst>
          </p:cNvPr>
          <p:cNvSpPr txBox="1">
            <a:spLocks/>
          </p:cNvSpPr>
          <p:nvPr userDrawn="1"/>
        </p:nvSpPr>
        <p:spPr>
          <a:xfrm>
            <a:off x="8620506" y="6476999"/>
            <a:ext cx="286951" cy="228600"/>
          </a:xfrm>
          <a:prstGeom prst="rect">
            <a:avLst/>
          </a:prstGeom>
        </p:spPr>
        <p:txBody>
          <a:bodyPr vert="horz" lIns="68580" tIns="0" rIns="68580" bIns="0" rtlCol="0" anchor="ctr" anchorCtr="0"/>
          <a:lstStyle>
            <a:defPPr>
              <a:defRPr lang="en-US"/>
            </a:defPPr>
            <a:lvl1pPr algn="r">
              <a:defRPr sz="1000">
                <a:solidFill>
                  <a:srgbClr val="E0044E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25660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1324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76981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2643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28305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5396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7962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5287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E20330FD-FE2A-483E-B0C7-29AD7FB3CAEB}" type="slidenum">
              <a:rPr lang="en-GB" sz="750" noProof="0" smtClean="0">
                <a:solidFill>
                  <a:schemeClr val="bg1"/>
                </a:solidFill>
              </a:rPr>
              <a:pPr lvl="0"/>
              <a:t>‹#›</a:t>
            </a:fld>
            <a:endParaRPr lang="en-GB" sz="750" noProof="0" dirty="0">
              <a:solidFill>
                <a:schemeClr val="bg1"/>
              </a:solidFill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6928C65-DAD4-5508-76F2-DE5253EFF93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0531" y="1714251"/>
            <a:ext cx="8235554" cy="183324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FBE80B-9078-6307-C60D-886876D0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90156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purp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E1008D-B0A3-296F-BC6A-92F4F8AF1CB3}"/>
              </a:ext>
            </a:extLst>
          </p:cNvPr>
          <p:cNvSpPr/>
          <p:nvPr userDrawn="1"/>
        </p:nvSpPr>
        <p:spPr>
          <a:xfrm>
            <a:off x="6095698" y="1"/>
            <a:ext cx="3048302" cy="687046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3AFE566-5030-B17A-F0B0-65C576C9D2B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5280" y="6556248"/>
            <a:ext cx="610362" cy="82296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7452518-0157-D51A-5428-ED8E2524DAA4}"/>
              </a:ext>
            </a:extLst>
          </p:cNvPr>
          <p:cNvSpPr txBox="1">
            <a:spLocks/>
          </p:cNvSpPr>
          <p:nvPr userDrawn="1"/>
        </p:nvSpPr>
        <p:spPr>
          <a:xfrm>
            <a:off x="8620506" y="6476999"/>
            <a:ext cx="286951" cy="228600"/>
          </a:xfrm>
          <a:prstGeom prst="rect">
            <a:avLst/>
          </a:prstGeom>
          <a:noFill/>
        </p:spPr>
        <p:txBody>
          <a:bodyPr vert="horz" lIns="68580" tIns="0" rIns="68580" bIns="0" rtlCol="0" anchor="ctr" anchorCtr="0"/>
          <a:lstStyle>
            <a:defPPr>
              <a:defRPr lang="en-US"/>
            </a:defPPr>
            <a:lvl1pPr algn="r">
              <a:defRPr sz="1000">
                <a:solidFill>
                  <a:srgbClr val="E0044E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25660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1324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76981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2643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28305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5396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7962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5287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E20330FD-FE2A-483E-B0C7-29AD7FB3CAEB}" type="slidenum">
              <a:rPr lang="en-GB" sz="750" noProof="0" smtClean="0">
                <a:solidFill>
                  <a:schemeClr val="bg1"/>
                </a:solidFill>
              </a:rPr>
              <a:pPr lvl="0"/>
              <a:t>‹#›</a:t>
            </a:fld>
            <a:endParaRPr lang="en-GB" sz="750" noProof="0" dirty="0">
              <a:solidFill>
                <a:schemeClr val="bg1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2F442BD-65A6-48E0-2D96-763293DE4A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31" y="812800"/>
            <a:ext cx="5364313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B54CD98-BBE6-8299-39FE-9C44311190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0531" y="1494846"/>
            <a:ext cx="5364313" cy="468186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BF645B-C397-266E-1F19-951095C66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5364312" cy="5888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172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CD5E083-1BE6-49F6-99BF-D001B00D6B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93746930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CD5E083-1BE6-49F6-99BF-D001B00D6B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2024AA-F9EE-4DD6-BD38-23BF96BA18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698" y="0"/>
            <a:ext cx="3048302" cy="6858000"/>
          </a:xfrm>
          <a:prstGeom prst="rect">
            <a:avLst/>
          </a:prstGeom>
          <a:solidFill>
            <a:srgbClr val="E6E7E8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031B7-EEF5-4270-8191-06C1C8808F94}"/>
              </a:ext>
            </a:extLst>
          </p:cNvPr>
          <p:cNvSpPr txBox="1">
            <a:spLocks/>
          </p:cNvSpPr>
          <p:nvPr userDrawn="1"/>
        </p:nvSpPr>
        <p:spPr>
          <a:xfrm>
            <a:off x="7870490" y="6479554"/>
            <a:ext cx="58936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l"/>
            <a:endParaRPr lang="en-GB" sz="750" u="none" dirty="0">
              <a:solidFill>
                <a:srgbClr val="E0044E"/>
              </a:solidFill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D7959B3-C6D9-204B-E745-488C837FFE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31" y="812800"/>
            <a:ext cx="5364313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BCF6E3DC-E1A5-0F2F-4EFA-177A5DA5B40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0531" y="1494846"/>
            <a:ext cx="5364313" cy="468186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5F2BDF5D-5A2D-3560-DBDC-3F33870F3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5364312" cy="5888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644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purple lef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F9DAB5-E089-BCEF-AFE2-14798C50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140" y="223992"/>
            <a:ext cx="5285945" cy="5888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E52246A-1331-BCA9-0015-7063875826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0147" y="812800"/>
            <a:ext cx="5285938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168BA-444E-14F8-9494-20BE6A6A1331}"/>
              </a:ext>
            </a:extLst>
          </p:cNvPr>
          <p:cNvSpPr/>
          <p:nvPr userDrawn="1"/>
        </p:nvSpPr>
        <p:spPr>
          <a:xfrm>
            <a:off x="0" y="0"/>
            <a:ext cx="304830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0F3DB0-4A66-78EA-B611-58C8AEF0C1C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E9BE02A-338E-BEEB-8A1D-DB44F460C11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90140" y="1485901"/>
            <a:ext cx="5285945" cy="4690813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2090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Image lef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C15FC5D-AD32-395E-B29F-EAC279332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139" y="223992"/>
            <a:ext cx="5285945" cy="5888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05F52D9B-CD82-72E8-3BE3-716968F807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048302" cy="6858000"/>
          </a:xfrm>
          <a:prstGeom prst="rect">
            <a:avLst/>
          </a:prstGeom>
          <a:solidFill>
            <a:srgbClr val="E6E7E8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F04F95-6FB1-F2C5-9D1E-8C37523EE5D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D02FCCE-8E0B-411B-8E47-2126AE8283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0147" y="812800"/>
            <a:ext cx="5285938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98CCEBA-9BE8-1D67-F6FC-669F40B8681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90140" y="1485901"/>
            <a:ext cx="5285945" cy="4690813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9223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text right and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B08B88-F099-9170-F295-733669CD52E8}"/>
              </a:ext>
            </a:extLst>
          </p:cNvPr>
          <p:cNvSpPr/>
          <p:nvPr userDrawn="1"/>
        </p:nvSpPr>
        <p:spPr>
          <a:xfrm flipH="1">
            <a:off x="6086475" y="0"/>
            <a:ext cx="30575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sz="135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955F55-E63A-991F-130B-C2001922E4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67"/>
          <a:stretch>
            <a:fillRect/>
          </a:stretch>
        </p:blipFill>
        <p:spPr>
          <a:xfrm>
            <a:off x="0" y="5473702"/>
            <a:ext cx="614160" cy="830155"/>
          </a:xfrm>
          <a:custGeom>
            <a:avLst/>
            <a:gdLst>
              <a:gd name="connsiteX0" fmla="*/ 0 w 1055390"/>
              <a:gd name="connsiteY0" fmla="*/ 0 h 1069922"/>
              <a:gd name="connsiteX1" fmla="*/ 1055390 w 1055390"/>
              <a:gd name="connsiteY1" fmla="*/ 0 h 1069922"/>
              <a:gd name="connsiteX2" fmla="*/ 1055390 w 1055390"/>
              <a:gd name="connsiteY2" fmla="*/ 1069922 h 1069922"/>
              <a:gd name="connsiteX3" fmla="*/ 0 w 1055390"/>
              <a:gd name="connsiteY3" fmla="*/ 1069922 h 106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90" h="1069922">
                <a:moveTo>
                  <a:pt x="0" y="0"/>
                </a:moveTo>
                <a:lnTo>
                  <a:pt x="1055390" y="0"/>
                </a:lnTo>
                <a:lnTo>
                  <a:pt x="1055390" y="1069922"/>
                </a:lnTo>
                <a:lnTo>
                  <a:pt x="0" y="1069922"/>
                </a:lnTo>
                <a:close/>
              </a:path>
            </a:pathLst>
          </a:custGeom>
        </p:spPr>
      </p:pic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BDE951CB-29B3-017A-8C8E-5F3C549F9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0506" y="6472082"/>
            <a:ext cx="28695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/>
                </a:solidFill>
              </a:defRPr>
            </a:lvl1pPr>
          </a:lstStyle>
          <a:p>
            <a:fld id="{86917E82-934E-4F0E-A48C-AD18F400B9E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04F8285-E449-F8FB-4532-A751072F9597}"/>
              </a:ext>
            </a:extLst>
          </p:cNvPr>
          <p:cNvPicPr>
            <a:picLocks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280" y="6545234"/>
            <a:ext cx="610362" cy="82296"/>
          </a:xfrm>
          <a:prstGeom prst="rect">
            <a:avLst/>
          </a:prstGeom>
        </p:spPr>
      </p:pic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95CBC743-2B2D-B9B4-7484-5F225B52658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1159" y="1488558"/>
            <a:ext cx="2284926" cy="4688156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E273BB-2227-B869-FEF2-F22254FF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5293076" cy="5888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1833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text righ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5F8B2B2-9D74-BB43-FECD-B24F79C156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6080414" cy="6857999"/>
          </a:xfrm>
          <a:prstGeom prst="rect">
            <a:avLst/>
          </a:prstGeom>
          <a:solidFill>
            <a:srgbClr val="E6E7E8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DDD299-0F5B-68A4-0D44-3C272D95A7C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9F594215-6BCC-9C9B-A576-C7EB89040FE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1159" y="1590676"/>
            <a:ext cx="2284926" cy="458603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79245-90EC-570C-7A32-D2DDF04B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159" y="223992"/>
            <a:ext cx="2284926" cy="10713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7151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-screen 1/3 text left and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B08B88-F099-9170-F295-733669CD52E8}"/>
              </a:ext>
            </a:extLst>
          </p:cNvPr>
          <p:cNvSpPr/>
          <p:nvPr userDrawn="1"/>
        </p:nvSpPr>
        <p:spPr>
          <a:xfrm flipH="1">
            <a:off x="0" y="1"/>
            <a:ext cx="3063587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A2EFE6E-F2B9-43CB-CFCF-3C0422FAF6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-425" r="5083" b="425"/>
          <a:stretch/>
        </p:blipFill>
        <p:spPr>
          <a:xfrm>
            <a:off x="8546319" y="5473701"/>
            <a:ext cx="597682" cy="830155"/>
          </a:xfrm>
          <a:custGeom>
            <a:avLst/>
            <a:gdLst>
              <a:gd name="connsiteX0" fmla="*/ 0 w 1055390"/>
              <a:gd name="connsiteY0" fmla="*/ 0 h 1069922"/>
              <a:gd name="connsiteX1" fmla="*/ 1055390 w 1055390"/>
              <a:gd name="connsiteY1" fmla="*/ 0 h 1069922"/>
              <a:gd name="connsiteX2" fmla="*/ 1055390 w 1055390"/>
              <a:gd name="connsiteY2" fmla="*/ 1069922 h 1069922"/>
              <a:gd name="connsiteX3" fmla="*/ 0 w 1055390"/>
              <a:gd name="connsiteY3" fmla="*/ 1069922 h 106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90" h="1069922">
                <a:moveTo>
                  <a:pt x="0" y="0"/>
                </a:moveTo>
                <a:lnTo>
                  <a:pt x="1055390" y="0"/>
                </a:lnTo>
                <a:lnTo>
                  <a:pt x="1055390" y="1069922"/>
                </a:lnTo>
                <a:lnTo>
                  <a:pt x="0" y="1069922"/>
                </a:lnTo>
                <a:close/>
              </a:path>
            </a:pathLst>
          </a:cu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98B5174-A3B2-CF61-E961-120C5FAB823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3101" y="1571626"/>
            <a:ext cx="2284926" cy="458603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9825140-DA48-65C2-3767-7C6B861CA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2284926" cy="10306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4373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-screen 1/3 text lef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996C864-3AAA-ECE7-FD09-BE195262807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63586" y="-1"/>
            <a:ext cx="6080414" cy="6857999"/>
          </a:xfrm>
          <a:prstGeom prst="rect">
            <a:avLst/>
          </a:prstGeom>
          <a:solidFill>
            <a:srgbClr val="E6E7E8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D3919FAA-0F68-9A20-73F2-EE2BA2B49D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3101" y="1571626"/>
            <a:ext cx="2284926" cy="458603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0239FF-2CC3-BB9B-E63C-BAA0690A3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2284926" cy="10306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1699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B8E49-1F6F-46FF-9288-4D6D8DB9D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9671" y="2436090"/>
            <a:ext cx="6104659" cy="15078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Char char="​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Et </a:t>
            </a:r>
            <a:r>
              <a:rPr lang="en-US" err="1"/>
              <a:t>opta</a:t>
            </a:r>
            <a:r>
              <a:rPr lang="en-US"/>
              <a:t> cum </a:t>
            </a:r>
            <a:r>
              <a:rPr lang="en-US" err="1"/>
              <a:t>evernatus</a:t>
            </a:r>
            <a:r>
              <a:rPr lang="en-US"/>
              <a:t> </a:t>
            </a:r>
            <a:r>
              <a:rPr lang="en-US" err="1"/>
              <a:t>escidebis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venimagnam</a:t>
            </a:r>
            <a:r>
              <a:rPr lang="en-US"/>
              <a:t>, </a:t>
            </a:r>
            <a:r>
              <a:rPr lang="en-US" err="1"/>
              <a:t>odion</a:t>
            </a:r>
            <a:r>
              <a:rPr lang="en-US"/>
              <a:t> prat et, </a:t>
            </a:r>
            <a:r>
              <a:rPr lang="en-US" err="1"/>
              <a:t>consequ</a:t>
            </a:r>
            <a:r>
              <a:rPr lang="en-US"/>
              <a:t> </a:t>
            </a:r>
            <a:r>
              <a:rPr lang="en-US" err="1"/>
              <a:t>idemperit</a:t>
            </a:r>
            <a:r>
              <a:rPr lang="en-US"/>
              <a:t> </a:t>
            </a:r>
            <a:r>
              <a:rPr lang="en-US" err="1"/>
              <a:t>ipsus</a:t>
            </a:r>
            <a:r>
              <a:rPr lang="en-US"/>
              <a:t> non </a:t>
            </a:r>
            <a:r>
              <a:rPr lang="en-US" err="1"/>
              <a:t>cumquo</a:t>
            </a:r>
            <a:r>
              <a:rPr lang="en-US"/>
              <a:t> </a:t>
            </a:r>
            <a:r>
              <a:rPr lang="en-US" err="1"/>
              <a:t>volorectum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, </a:t>
            </a:r>
            <a:r>
              <a:rPr lang="en-US" err="1"/>
              <a:t>omnihillatem</a:t>
            </a:r>
            <a:r>
              <a:rPr lang="en-US"/>
              <a:t> </a:t>
            </a:r>
            <a:r>
              <a:rPr lang="en-US" err="1"/>
              <a:t>lamet</a:t>
            </a:r>
            <a:r>
              <a:rPr lang="en-US"/>
              <a:t>.</a:t>
            </a:r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260569C-4C56-4153-B1C9-F4CF39BAD2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4074" y="4040086"/>
            <a:ext cx="775853" cy="1034470"/>
          </a:xfrm>
          <a:custGeom>
            <a:avLst/>
            <a:gdLst>
              <a:gd name="connsiteX0" fmla="*/ 517235 w 1034470"/>
              <a:gd name="connsiteY0" fmla="*/ 0 h 1034470"/>
              <a:gd name="connsiteX1" fmla="*/ 1034470 w 1034470"/>
              <a:gd name="connsiteY1" fmla="*/ 517235 h 1034470"/>
              <a:gd name="connsiteX2" fmla="*/ 517235 w 1034470"/>
              <a:gd name="connsiteY2" fmla="*/ 1034470 h 1034470"/>
              <a:gd name="connsiteX3" fmla="*/ 0 w 1034470"/>
              <a:gd name="connsiteY3" fmla="*/ 517235 h 1034470"/>
              <a:gd name="connsiteX4" fmla="*/ 517235 w 1034470"/>
              <a:gd name="connsiteY4" fmla="*/ 0 h 1034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4470" h="1034470">
                <a:moveTo>
                  <a:pt x="517235" y="0"/>
                </a:moveTo>
                <a:cubicBezTo>
                  <a:pt x="802896" y="0"/>
                  <a:pt x="1034470" y="231574"/>
                  <a:pt x="1034470" y="517235"/>
                </a:cubicBezTo>
                <a:cubicBezTo>
                  <a:pt x="1034470" y="802896"/>
                  <a:pt x="802896" y="1034470"/>
                  <a:pt x="517235" y="1034470"/>
                </a:cubicBezTo>
                <a:cubicBezTo>
                  <a:pt x="231574" y="1034470"/>
                  <a:pt x="0" y="802896"/>
                  <a:pt x="0" y="517235"/>
                </a:cubicBezTo>
                <a:cubicBezTo>
                  <a:pt x="0" y="231574"/>
                  <a:pt x="231574" y="0"/>
                  <a:pt x="517235" y="0"/>
                </a:cubicBezTo>
                <a:close/>
              </a:path>
            </a:pathLst>
          </a:custGeom>
        </p:spPr>
        <p:txBody>
          <a:bodyPr wrap="square" anchor="t" anchorCtr="1">
            <a:noAutofit/>
          </a:bodyPr>
          <a:lstStyle>
            <a:lvl1pPr marL="0" indent="0" algn="ctr">
              <a:buNone/>
              <a:defRPr sz="900">
                <a:solidFill>
                  <a:srgbClr val="E0044E"/>
                </a:solidFill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6D01C92-D88A-44FD-996B-44B8F7602B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0304" y="5234954"/>
            <a:ext cx="1423394" cy="253916"/>
          </a:xfrm>
          <a:prstGeom prst="rect">
            <a:avLst/>
          </a:prstGeom>
          <a:ln>
            <a:solidFill>
              <a:schemeClr val="bg1">
                <a:alpha val="0"/>
              </a:schemeClr>
            </a:solidFill>
          </a:ln>
        </p:spPr>
        <p:txBody>
          <a:bodyPr wrap="none" lIns="72000" anchor="ctr" anchorCtr="1">
            <a:spAutoFit/>
          </a:bodyPr>
          <a:lstStyle>
            <a:lvl1pPr marL="171450" indent="-171450" algn="ctr">
              <a:buClr>
                <a:srgbClr val="E0044E"/>
              </a:buClr>
              <a:buSzPct val="120000"/>
              <a:buFont typeface="Calibri" panose="020F0502020204030204" pitchFamily="34" charset="0"/>
              <a:buChar char="●"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Name Placeholder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9EB3B9-59BB-46D6-B82C-78A8E8FDE5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1876" y="5601381"/>
            <a:ext cx="2000250" cy="518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Char char="​"/>
              <a:defRPr sz="9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TITLE PLACEHOLDER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1789EDF-5472-D1C2-B4A0-F5C6C4E5B9A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0" y="6556248"/>
            <a:ext cx="610362" cy="82296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1B07089-E5A0-B606-5FD5-DA2C44874CCD}"/>
              </a:ext>
            </a:extLst>
          </p:cNvPr>
          <p:cNvSpPr txBox="1">
            <a:spLocks/>
          </p:cNvSpPr>
          <p:nvPr userDrawn="1"/>
        </p:nvSpPr>
        <p:spPr>
          <a:xfrm>
            <a:off x="8620506" y="6476999"/>
            <a:ext cx="286951" cy="228600"/>
          </a:xfrm>
          <a:prstGeom prst="rect">
            <a:avLst/>
          </a:prstGeom>
        </p:spPr>
        <p:txBody>
          <a:bodyPr vert="horz" lIns="68580" tIns="0" rIns="68580" bIns="0" rtlCol="0" anchor="ctr" anchorCtr="0"/>
          <a:lstStyle>
            <a:defPPr>
              <a:defRPr lang="en-US"/>
            </a:defPPr>
            <a:lvl1pPr algn="r">
              <a:defRPr sz="1000">
                <a:solidFill>
                  <a:srgbClr val="E0044E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25660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1324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76981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2643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28305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5396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7962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5287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E20330FD-FE2A-483E-B0C7-29AD7FB3CAEB}" type="slidenum">
              <a:rPr lang="en-GB" sz="750" noProof="0" smtClean="0">
                <a:solidFill>
                  <a:schemeClr val="bg1"/>
                </a:solidFill>
              </a:rPr>
              <a:pPr lvl="0"/>
              <a:t>‹#›</a:t>
            </a:fld>
            <a:endParaRPr lang="en-GB" sz="750" noProof="0" dirty="0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1706D63-8AB8-8C13-81C7-17ADFD52654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4690" y="1171992"/>
            <a:ext cx="603434" cy="7034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8248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367130D3-6B27-12E4-B213-F256E699E1F2}"/>
              </a:ext>
            </a:extLst>
          </p:cNvPr>
          <p:cNvSpPr txBox="1">
            <a:spLocks/>
          </p:cNvSpPr>
          <p:nvPr userDrawn="1"/>
        </p:nvSpPr>
        <p:spPr>
          <a:xfrm>
            <a:off x="1681450" y="2812253"/>
            <a:ext cx="5781101" cy="957262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SzPct val="130000"/>
              <a:buFontTx/>
              <a:buNone/>
              <a:defRPr lang="en-US" sz="5400" b="1" i="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0" indent="-22860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Segoe UI" panose="020B0502040204020203" pitchFamily="34" charset="0"/>
              <a:buChar char="–"/>
              <a:defRPr lang="en-US" sz="5400" b="1" i="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-22860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lang="en-US" sz="5400" b="1" i="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-22860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5400" b="1" i="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IN" sz="5400" b="1" i="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944000" indent="-3420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j-lt"/>
                <a:ea typeface="Lato" panose="020F0502020204030203" pitchFamily="34" charset="0"/>
                <a:cs typeface="Poppins" panose="00000500000000000000" pitchFamily="50" charset="0"/>
              </a:defRPr>
            </a:lvl6pPr>
            <a:lvl7pPr marL="2268000" indent="-3420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Poppins" panose="00000500000000000000" pitchFamily="50" charset="0"/>
              </a:defRPr>
            </a:lvl7pPr>
            <a:lvl8pPr marL="2592000" indent="-3420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rgbClr val="E0044E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Thank You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E36F3F2-9155-013A-BB1B-D997DA95D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6667" y="4127500"/>
            <a:ext cx="7230666" cy="861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dirty="0">
                <a:solidFill>
                  <a:schemeClr val="bg1"/>
                </a:solidFill>
              </a:defRPr>
            </a:lvl1pPr>
            <a:lvl2pPr marL="171450" indent="0">
              <a:buNone/>
              <a:defRPr sz="900">
                <a:solidFill>
                  <a:schemeClr val="bg1"/>
                </a:solidFill>
              </a:defRPr>
            </a:lvl2pPr>
            <a:lvl3pPr marL="342900" indent="0">
              <a:buNone/>
              <a:defRPr sz="900">
                <a:solidFill>
                  <a:schemeClr val="bg1"/>
                </a:solidFill>
              </a:defRPr>
            </a:lvl3pPr>
            <a:lvl4pPr marL="514350" indent="0">
              <a:buNone/>
              <a:defRPr sz="900">
                <a:solidFill>
                  <a:schemeClr val="bg1"/>
                </a:solidFill>
              </a:defRPr>
            </a:lvl4pPr>
            <a:lvl5pPr marL="685800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CDFA29-EDFA-EB0C-D934-BF507F950F5F}"/>
              </a:ext>
            </a:extLst>
          </p:cNvPr>
          <p:cNvGrpSpPr/>
          <p:nvPr userDrawn="1"/>
        </p:nvGrpSpPr>
        <p:grpSpPr>
          <a:xfrm>
            <a:off x="428626" y="557075"/>
            <a:ext cx="1428749" cy="195571"/>
            <a:chOff x="9848850" y="557074"/>
            <a:chExt cx="1904999" cy="195571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AFE1D95-A6DB-E83E-0985-CE46E5BB42BC}"/>
                </a:ext>
              </a:extLst>
            </p:cNvPr>
            <p:cNvSpPr/>
            <p:nvPr/>
          </p:nvSpPr>
          <p:spPr>
            <a:xfrm>
              <a:off x="9848850" y="560843"/>
              <a:ext cx="122454" cy="188307"/>
            </a:xfrm>
            <a:custGeom>
              <a:avLst/>
              <a:gdLst>
                <a:gd name="connsiteX0" fmla="*/ 0 w 122454"/>
                <a:gd name="connsiteY0" fmla="*/ 0 h 188307"/>
                <a:gd name="connsiteX1" fmla="*/ 0 w 122454"/>
                <a:gd name="connsiteY1" fmla="*/ 188307 h 188307"/>
                <a:gd name="connsiteX2" fmla="*/ 122455 w 122454"/>
                <a:gd name="connsiteY2" fmla="*/ 188307 h 188307"/>
                <a:gd name="connsiteX3" fmla="*/ 122455 w 122454"/>
                <a:gd name="connsiteY3" fmla="*/ 157813 h 188307"/>
                <a:gd name="connsiteX4" fmla="*/ 33235 w 122454"/>
                <a:gd name="connsiteY4" fmla="*/ 157813 h 188307"/>
                <a:gd name="connsiteX5" fmla="*/ 33235 w 122454"/>
                <a:gd name="connsiteY5" fmla="*/ 112792 h 188307"/>
                <a:gd name="connsiteX6" fmla="*/ 114163 w 122454"/>
                <a:gd name="connsiteY6" fmla="*/ 112792 h 188307"/>
                <a:gd name="connsiteX7" fmla="*/ 114163 w 122454"/>
                <a:gd name="connsiteY7" fmla="*/ 83327 h 188307"/>
                <a:gd name="connsiteX8" fmla="*/ 33235 w 122454"/>
                <a:gd name="connsiteY8" fmla="*/ 83327 h 188307"/>
                <a:gd name="connsiteX9" fmla="*/ 33235 w 122454"/>
                <a:gd name="connsiteY9" fmla="*/ 30562 h 188307"/>
                <a:gd name="connsiteX10" fmla="*/ 122455 w 122454"/>
                <a:gd name="connsiteY10" fmla="*/ 30562 h 188307"/>
                <a:gd name="connsiteX11" fmla="*/ 122455 w 122454"/>
                <a:gd name="connsiteY11" fmla="*/ 0 h 188307"/>
                <a:gd name="connsiteX12" fmla="*/ 0 w 122454"/>
                <a:gd name="connsiteY12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07">
                  <a:moveTo>
                    <a:pt x="0" y="0"/>
                  </a:moveTo>
                  <a:lnTo>
                    <a:pt x="0" y="188307"/>
                  </a:lnTo>
                  <a:lnTo>
                    <a:pt x="122455" y="188307"/>
                  </a:lnTo>
                  <a:lnTo>
                    <a:pt x="122455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5" y="30562"/>
                  </a:lnTo>
                  <a:lnTo>
                    <a:pt x="12245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60CFB8-3522-0B4A-DC8B-ADE43C37D2E7}"/>
                </a:ext>
              </a:extLst>
            </p:cNvPr>
            <p:cNvSpPr/>
            <p:nvPr/>
          </p:nvSpPr>
          <p:spPr>
            <a:xfrm>
              <a:off x="9998097" y="560843"/>
              <a:ext cx="185908" cy="190705"/>
            </a:xfrm>
            <a:custGeom>
              <a:avLst/>
              <a:gdLst>
                <a:gd name="connsiteX0" fmla="*/ 151098 w 185908"/>
                <a:gd name="connsiteY0" fmla="*/ 0 h 190705"/>
                <a:gd name="connsiteX1" fmla="*/ 93263 w 185908"/>
                <a:gd name="connsiteY1" fmla="*/ 128622 h 190705"/>
                <a:gd name="connsiteX2" fmla="*/ 35633 w 185908"/>
                <a:gd name="connsiteY2" fmla="*/ 0 h 190705"/>
                <a:gd name="connsiteX3" fmla="*/ 0 w 185908"/>
                <a:gd name="connsiteY3" fmla="*/ 0 h 190705"/>
                <a:gd name="connsiteX4" fmla="*/ 87301 w 185908"/>
                <a:gd name="connsiteY4" fmla="*/ 190706 h 190705"/>
                <a:gd name="connsiteX5" fmla="*/ 98608 w 185908"/>
                <a:gd name="connsiteY5" fmla="*/ 190706 h 190705"/>
                <a:gd name="connsiteX6" fmla="*/ 185909 w 185908"/>
                <a:gd name="connsiteY6" fmla="*/ 0 h 190705"/>
                <a:gd name="connsiteX7" fmla="*/ 151098 w 185908"/>
                <a:gd name="connsiteY7" fmla="*/ 0 h 190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08" h="190705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01" y="190706"/>
                  </a:lnTo>
                  <a:lnTo>
                    <a:pt x="98608" y="190706"/>
                  </a:lnTo>
                  <a:lnTo>
                    <a:pt x="185909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CD5E43D-D4A7-4EA9-4D88-BFDE9242448E}"/>
                </a:ext>
              </a:extLst>
            </p:cNvPr>
            <p:cNvSpPr/>
            <p:nvPr/>
          </p:nvSpPr>
          <p:spPr>
            <a:xfrm>
              <a:off x="10165231" y="559199"/>
              <a:ext cx="184606" cy="190020"/>
            </a:xfrm>
            <a:custGeom>
              <a:avLst/>
              <a:gdLst>
                <a:gd name="connsiteX0" fmla="*/ 90701 w 184606"/>
                <a:gd name="connsiteY0" fmla="*/ 60490 h 190020"/>
                <a:gd name="connsiteX1" fmla="*/ 119345 w 184606"/>
                <a:gd name="connsiteY1" fmla="*/ 125314 h 190020"/>
                <a:gd name="connsiteX2" fmla="*/ 61989 w 184606"/>
                <a:gd name="connsiteY2" fmla="*/ 125314 h 190020"/>
                <a:gd name="connsiteX3" fmla="*/ 87481 w 184606"/>
                <a:gd name="connsiteY3" fmla="*/ -635 h 190020"/>
                <a:gd name="connsiteX4" fmla="*/ -985 w 184606"/>
                <a:gd name="connsiteY4" fmla="*/ 189385 h 190020"/>
                <a:gd name="connsiteX5" fmla="*/ 33826 w 184606"/>
                <a:gd name="connsiteY5" fmla="*/ 189385 h 190020"/>
                <a:gd name="connsiteX6" fmla="*/ 50203 w 184606"/>
                <a:gd name="connsiteY6" fmla="*/ 151833 h 190020"/>
                <a:gd name="connsiteX7" fmla="*/ 131131 w 184606"/>
                <a:gd name="connsiteY7" fmla="*/ 151833 h 190020"/>
                <a:gd name="connsiteX8" fmla="*/ 147714 w 184606"/>
                <a:gd name="connsiteY8" fmla="*/ 189385 h 190020"/>
                <a:gd name="connsiteX9" fmla="*/ 183622 w 184606"/>
                <a:gd name="connsiteY9" fmla="*/ 189385 h 190020"/>
                <a:gd name="connsiteX10" fmla="*/ 95155 w 184606"/>
                <a:gd name="connsiteY10" fmla="*/ -635 h 19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4606" h="190020">
                  <a:moveTo>
                    <a:pt x="90701" y="60490"/>
                  </a:moveTo>
                  <a:lnTo>
                    <a:pt x="119345" y="125314"/>
                  </a:lnTo>
                  <a:lnTo>
                    <a:pt x="61989" y="125314"/>
                  </a:lnTo>
                  <a:close/>
                  <a:moveTo>
                    <a:pt x="87481" y="-635"/>
                  </a:moveTo>
                  <a:lnTo>
                    <a:pt x="-985" y="189385"/>
                  </a:lnTo>
                  <a:lnTo>
                    <a:pt x="33826" y="189385"/>
                  </a:lnTo>
                  <a:lnTo>
                    <a:pt x="50203" y="151833"/>
                  </a:lnTo>
                  <a:lnTo>
                    <a:pt x="131131" y="151833"/>
                  </a:lnTo>
                  <a:lnTo>
                    <a:pt x="147714" y="189385"/>
                  </a:lnTo>
                  <a:lnTo>
                    <a:pt x="183622" y="189385"/>
                  </a:lnTo>
                  <a:lnTo>
                    <a:pt x="95155" y="-635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670785-BE87-2188-5F4A-6F8F9C1C51F5}"/>
                </a:ext>
              </a:extLst>
            </p:cNvPr>
            <p:cNvSpPr/>
            <p:nvPr/>
          </p:nvSpPr>
          <p:spPr>
            <a:xfrm>
              <a:off x="10381222" y="560843"/>
              <a:ext cx="122385" cy="188307"/>
            </a:xfrm>
            <a:custGeom>
              <a:avLst/>
              <a:gdLst>
                <a:gd name="connsiteX0" fmla="*/ 0 w 122385"/>
                <a:gd name="connsiteY0" fmla="*/ 0 h 188307"/>
                <a:gd name="connsiteX1" fmla="*/ 0 w 122385"/>
                <a:gd name="connsiteY1" fmla="*/ 188307 h 188307"/>
                <a:gd name="connsiteX2" fmla="*/ 122386 w 122385"/>
                <a:gd name="connsiteY2" fmla="*/ 188307 h 188307"/>
                <a:gd name="connsiteX3" fmla="*/ 122386 w 122385"/>
                <a:gd name="connsiteY3" fmla="*/ 157813 h 188307"/>
                <a:gd name="connsiteX4" fmla="*/ 33166 w 122385"/>
                <a:gd name="connsiteY4" fmla="*/ 157813 h 188307"/>
                <a:gd name="connsiteX5" fmla="*/ 33166 w 122385"/>
                <a:gd name="connsiteY5" fmla="*/ 0 h 188307"/>
                <a:gd name="connsiteX6" fmla="*/ 0 w 122385"/>
                <a:gd name="connsiteY6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85" h="188307">
                  <a:moveTo>
                    <a:pt x="0" y="0"/>
                  </a:moveTo>
                  <a:lnTo>
                    <a:pt x="0" y="188307"/>
                  </a:lnTo>
                  <a:lnTo>
                    <a:pt x="122386" y="188307"/>
                  </a:lnTo>
                  <a:lnTo>
                    <a:pt x="122386" y="157813"/>
                  </a:lnTo>
                  <a:lnTo>
                    <a:pt x="33166" y="157813"/>
                  </a:lnTo>
                  <a:lnTo>
                    <a:pt x="3316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0D9FE8C-B438-3F18-434B-9BBE70F43D2F}"/>
                </a:ext>
              </a:extLst>
            </p:cNvPr>
            <p:cNvSpPr/>
            <p:nvPr/>
          </p:nvSpPr>
          <p:spPr>
            <a:xfrm>
              <a:off x="10530744" y="560844"/>
              <a:ext cx="157059" cy="191801"/>
            </a:xfrm>
            <a:custGeom>
              <a:avLst/>
              <a:gdLst>
                <a:gd name="connsiteX0" fmla="*/ -985 w 157059"/>
                <a:gd name="connsiteY0" fmla="*/ -635 h 191801"/>
                <a:gd name="connsiteX1" fmla="*/ 32250 w 157059"/>
                <a:gd name="connsiteY1" fmla="*/ -635 h 191801"/>
                <a:gd name="connsiteX2" fmla="*/ 32250 w 157059"/>
                <a:gd name="connsiteY2" fmla="*/ 109759 h 191801"/>
                <a:gd name="connsiteX3" fmla="*/ 76997 w 157059"/>
                <a:gd name="connsiteY3" fmla="*/ 160673 h 191801"/>
                <a:gd name="connsiteX4" fmla="*/ 122840 w 157059"/>
                <a:gd name="connsiteY4" fmla="*/ 109484 h 191801"/>
                <a:gd name="connsiteX5" fmla="*/ 122840 w 157059"/>
                <a:gd name="connsiteY5" fmla="*/ -635 h 191801"/>
                <a:gd name="connsiteX6" fmla="*/ 156074 w 157059"/>
                <a:gd name="connsiteY6" fmla="*/ -635 h 191801"/>
                <a:gd name="connsiteX7" fmla="*/ 156074 w 157059"/>
                <a:gd name="connsiteY7" fmla="*/ 109759 h 191801"/>
                <a:gd name="connsiteX8" fmla="*/ 76997 w 157059"/>
                <a:gd name="connsiteY8" fmla="*/ 191167 h 191801"/>
                <a:gd name="connsiteX9" fmla="*/ -985 w 157059"/>
                <a:gd name="connsiteY9" fmla="*/ 109759 h 19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059" h="191801">
                  <a:moveTo>
                    <a:pt x="-985" y="-635"/>
                  </a:moveTo>
                  <a:lnTo>
                    <a:pt x="32250" y="-635"/>
                  </a:lnTo>
                  <a:lnTo>
                    <a:pt x="32250" y="109759"/>
                  </a:lnTo>
                  <a:cubicBezTo>
                    <a:pt x="32250" y="145666"/>
                    <a:pt x="48627" y="160673"/>
                    <a:pt x="76997" y="160673"/>
                  </a:cubicBezTo>
                  <a:cubicBezTo>
                    <a:pt x="105366" y="160673"/>
                    <a:pt x="122840" y="145666"/>
                    <a:pt x="122840" y="109484"/>
                  </a:cubicBezTo>
                  <a:lnTo>
                    <a:pt x="122840" y="-635"/>
                  </a:lnTo>
                  <a:lnTo>
                    <a:pt x="156074" y="-635"/>
                  </a:lnTo>
                  <a:lnTo>
                    <a:pt x="156074" y="109759"/>
                  </a:lnTo>
                  <a:cubicBezTo>
                    <a:pt x="156074" y="166018"/>
                    <a:pt x="124142" y="191167"/>
                    <a:pt x="76997" y="191167"/>
                  </a:cubicBezTo>
                  <a:cubicBezTo>
                    <a:pt x="29851" y="191167"/>
                    <a:pt x="-985" y="166018"/>
                    <a:pt x="-985" y="109759"/>
                  </a:cubicBez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16E18E-9231-DEDD-DAC1-894EA97F1F7B}"/>
                </a:ext>
              </a:extLst>
            </p:cNvPr>
            <p:cNvSpPr/>
            <p:nvPr/>
          </p:nvSpPr>
          <p:spPr>
            <a:xfrm>
              <a:off x="10738717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094 w 122454"/>
                <a:gd name="connsiteY6" fmla="*/ 112792 h 188375"/>
                <a:gd name="connsiteX7" fmla="*/ 114094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094" y="112792"/>
                  </a:lnTo>
                  <a:lnTo>
                    <a:pt x="114094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E5A8050-7DBB-C88D-3885-6E8A74801D28}"/>
                </a:ext>
              </a:extLst>
            </p:cNvPr>
            <p:cNvSpPr/>
            <p:nvPr/>
          </p:nvSpPr>
          <p:spPr>
            <a:xfrm>
              <a:off x="10903178" y="557074"/>
              <a:ext cx="128896" cy="194954"/>
            </a:xfrm>
            <a:custGeom>
              <a:avLst/>
              <a:gdLst>
                <a:gd name="connsiteX0" fmla="*/ 60688 w 128896"/>
                <a:gd name="connsiteY0" fmla="*/ 194319 h 194954"/>
                <a:gd name="connsiteX1" fmla="*/ -985 w 128896"/>
                <a:gd name="connsiteY1" fmla="*/ 176366 h 194954"/>
                <a:gd name="connsiteX2" fmla="*/ 10528 w 128896"/>
                <a:gd name="connsiteY2" fmla="*/ 146352 h 194954"/>
                <a:gd name="connsiteX3" fmla="*/ 61716 w 128896"/>
                <a:gd name="connsiteY3" fmla="*/ 163209 h 194954"/>
                <a:gd name="connsiteX4" fmla="*/ 94060 w 128896"/>
                <a:gd name="connsiteY4" fmla="*/ 140185 h 194954"/>
                <a:gd name="connsiteX5" fmla="*/ 52944 w 128896"/>
                <a:gd name="connsiteY5" fmla="*/ 107498 h 194954"/>
                <a:gd name="connsiteX6" fmla="*/ 3607 w 128896"/>
                <a:gd name="connsiteY6" fmla="*/ 54185 h 194954"/>
                <a:gd name="connsiteX7" fmla="*/ 66855 w 128896"/>
                <a:gd name="connsiteY7" fmla="*/ -635 h 194954"/>
                <a:gd name="connsiteX8" fmla="*/ 118797 w 128896"/>
                <a:gd name="connsiteY8" fmla="*/ 12248 h 194954"/>
                <a:gd name="connsiteX9" fmla="*/ 108108 w 128896"/>
                <a:gd name="connsiteY9" fmla="*/ 41713 h 194954"/>
                <a:gd name="connsiteX10" fmla="*/ 66033 w 128896"/>
                <a:gd name="connsiteY10" fmla="*/ 29105 h 194954"/>
                <a:gd name="connsiteX11" fmla="*/ 37116 w 128896"/>
                <a:gd name="connsiteY11" fmla="*/ 53226 h 194954"/>
                <a:gd name="connsiteX12" fmla="*/ 73776 w 128896"/>
                <a:gd name="connsiteY12" fmla="*/ 82417 h 194954"/>
                <a:gd name="connsiteX13" fmla="*/ 127911 w 128896"/>
                <a:gd name="connsiteY13" fmla="*/ 140047 h 194954"/>
                <a:gd name="connsiteX14" fmla="*/ 60413 w 128896"/>
                <a:gd name="connsiteY14" fmla="*/ 194182 h 1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896" h="194954">
                  <a:moveTo>
                    <a:pt x="60688" y="194319"/>
                  </a:moveTo>
                  <a:cubicBezTo>
                    <a:pt x="38896" y="193949"/>
                    <a:pt x="17585" y="187748"/>
                    <a:pt x="-985" y="176366"/>
                  </a:cubicBezTo>
                  <a:lnTo>
                    <a:pt x="10528" y="146352"/>
                  </a:lnTo>
                  <a:cubicBezTo>
                    <a:pt x="25603" y="156747"/>
                    <a:pt x="43419" y="162599"/>
                    <a:pt x="61716" y="163209"/>
                  </a:cubicBezTo>
                  <a:cubicBezTo>
                    <a:pt x="83918" y="163209"/>
                    <a:pt x="94060" y="152245"/>
                    <a:pt x="94060" y="140185"/>
                  </a:cubicBezTo>
                  <a:cubicBezTo>
                    <a:pt x="94060" y="128124"/>
                    <a:pt x="87207" y="120038"/>
                    <a:pt x="52944" y="107498"/>
                  </a:cubicBezTo>
                  <a:cubicBezTo>
                    <a:pt x="16215" y="93793"/>
                    <a:pt x="3607" y="76662"/>
                    <a:pt x="3607" y="54185"/>
                  </a:cubicBezTo>
                  <a:cubicBezTo>
                    <a:pt x="3607" y="25747"/>
                    <a:pt x="26631" y="-635"/>
                    <a:pt x="66855" y="-635"/>
                  </a:cubicBezTo>
                  <a:cubicBezTo>
                    <a:pt x="84946" y="-669"/>
                    <a:pt x="102831" y="3757"/>
                    <a:pt x="118797" y="12248"/>
                  </a:cubicBezTo>
                  <a:lnTo>
                    <a:pt x="108108" y="41713"/>
                  </a:lnTo>
                  <a:cubicBezTo>
                    <a:pt x="95293" y="34265"/>
                    <a:pt x="80834" y="29948"/>
                    <a:pt x="66033" y="29105"/>
                  </a:cubicBezTo>
                  <a:cubicBezTo>
                    <a:pt x="46229" y="29105"/>
                    <a:pt x="37116" y="40138"/>
                    <a:pt x="37116" y="53226"/>
                  </a:cubicBezTo>
                  <a:cubicBezTo>
                    <a:pt x="37116" y="66314"/>
                    <a:pt x="47257" y="72824"/>
                    <a:pt x="73776" y="82417"/>
                  </a:cubicBezTo>
                  <a:cubicBezTo>
                    <a:pt x="115851" y="98795"/>
                    <a:pt x="127911" y="115378"/>
                    <a:pt x="127911" y="140047"/>
                  </a:cubicBezTo>
                  <a:cubicBezTo>
                    <a:pt x="127911" y="173556"/>
                    <a:pt x="102488" y="194182"/>
                    <a:pt x="60413" y="194182"/>
                  </a:cubicBezTo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48F31C-C047-6FF2-2716-D7D15A7E0A40}"/>
                </a:ext>
              </a:extLst>
            </p:cNvPr>
            <p:cNvSpPr/>
            <p:nvPr/>
          </p:nvSpPr>
          <p:spPr>
            <a:xfrm>
              <a:off x="11078876" y="560432"/>
              <a:ext cx="122523" cy="188375"/>
            </a:xfrm>
            <a:custGeom>
              <a:avLst/>
              <a:gdLst>
                <a:gd name="connsiteX0" fmla="*/ 0 w 122523"/>
                <a:gd name="connsiteY0" fmla="*/ 0 h 188375"/>
                <a:gd name="connsiteX1" fmla="*/ 0 w 122523"/>
                <a:gd name="connsiteY1" fmla="*/ 188376 h 188375"/>
                <a:gd name="connsiteX2" fmla="*/ 122523 w 122523"/>
                <a:gd name="connsiteY2" fmla="*/ 188376 h 188375"/>
                <a:gd name="connsiteX3" fmla="*/ 122523 w 122523"/>
                <a:gd name="connsiteY3" fmla="*/ 157813 h 188375"/>
                <a:gd name="connsiteX4" fmla="*/ 33303 w 122523"/>
                <a:gd name="connsiteY4" fmla="*/ 157813 h 188375"/>
                <a:gd name="connsiteX5" fmla="*/ 33303 w 122523"/>
                <a:gd name="connsiteY5" fmla="*/ 112792 h 188375"/>
                <a:gd name="connsiteX6" fmla="*/ 114163 w 122523"/>
                <a:gd name="connsiteY6" fmla="*/ 112792 h 188375"/>
                <a:gd name="connsiteX7" fmla="*/ 114163 w 122523"/>
                <a:gd name="connsiteY7" fmla="*/ 83327 h 188375"/>
                <a:gd name="connsiteX8" fmla="*/ 33303 w 122523"/>
                <a:gd name="connsiteY8" fmla="*/ 83327 h 188375"/>
                <a:gd name="connsiteX9" fmla="*/ 33303 w 122523"/>
                <a:gd name="connsiteY9" fmla="*/ 30562 h 188375"/>
                <a:gd name="connsiteX10" fmla="*/ 122523 w 122523"/>
                <a:gd name="connsiteY10" fmla="*/ 30562 h 188375"/>
                <a:gd name="connsiteX11" fmla="*/ 122523 w 122523"/>
                <a:gd name="connsiteY11" fmla="*/ 0 h 188375"/>
                <a:gd name="connsiteX12" fmla="*/ 0 w 122523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23" h="188375">
                  <a:moveTo>
                    <a:pt x="0" y="0"/>
                  </a:moveTo>
                  <a:lnTo>
                    <a:pt x="0" y="188376"/>
                  </a:lnTo>
                  <a:lnTo>
                    <a:pt x="122523" y="188376"/>
                  </a:lnTo>
                  <a:lnTo>
                    <a:pt x="122523" y="157813"/>
                  </a:lnTo>
                  <a:lnTo>
                    <a:pt x="33303" y="157813"/>
                  </a:lnTo>
                  <a:lnTo>
                    <a:pt x="33303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303" y="83327"/>
                  </a:lnTo>
                  <a:lnTo>
                    <a:pt x="33303" y="30562"/>
                  </a:lnTo>
                  <a:lnTo>
                    <a:pt x="122523" y="30562"/>
                  </a:lnTo>
                  <a:lnTo>
                    <a:pt x="12252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B24699-9F9E-EA40-E0B8-D32554CA2742}"/>
                </a:ext>
              </a:extLst>
            </p:cNvPr>
            <p:cNvSpPr/>
            <p:nvPr/>
          </p:nvSpPr>
          <p:spPr>
            <a:xfrm>
              <a:off x="11251971" y="560432"/>
              <a:ext cx="148767" cy="189412"/>
            </a:xfrm>
            <a:custGeom>
              <a:avLst/>
              <a:gdLst>
                <a:gd name="connsiteX0" fmla="*/ 32250 w 148767"/>
                <a:gd name="connsiteY0" fmla="*/ 29927 h 189412"/>
                <a:gd name="connsiteX1" fmla="*/ 32250 w 148767"/>
                <a:gd name="connsiteY1" fmla="*/ 103592 h 189412"/>
                <a:gd name="connsiteX2" fmla="*/ 56919 w 148767"/>
                <a:gd name="connsiteY2" fmla="*/ 103592 h 189412"/>
                <a:gd name="connsiteX3" fmla="*/ 98719 w 148767"/>
                <a:gd name="connsiteY3" fmla="*/ 66383 h 189412"/>
                <a:gd name="connsiteX4" fmla="*/ 56919 w 148767"/>
                <a:gd name="connsiteY4" fmla="*/ 29927 h 189412"/>
                <a:gd name="connsiteX5" fmla="*/ -985 w 148767"/>
                <a:gd name="connsiteY5" fmla="*/ -635 h 189412"/>
                <a:gd name="connsiteX6" fmla="*/ 59317 w 148767"/>
                <a:gd name="connsiteY6" fmla="*/ -635 h 189412"/>
                <a:gd name="connsiteX7" fmla="*/ 134694 w 148767"/>
                <a:gd name="connsiteY7" fmla="*/ 66383 h 189412"/>
                <a:gd name="connsiteX8" fmla="*/ 99610 w 148767"/>
                <a:gd name="connsiteY8" fmla="*/ 125862 h 189412"/>
                <a:gd name="connsiteX9" fmla="*/ 140314 w 148767"/>
                <a:gd name="connsiteY9" fmla="*/ 157727 h 189412"/>
                <a:gd name="connsiteX10" fmla="*/ 147783 w 148767"/>
                <a:gd name="connsiteY10" fmla="*/ 157727 h 189412"/>
                <a:gd name="connsiteX11" fmla="*/ 147783 w 148767"/>
                <a:gd name="connsiteY11" fmla="*/ 187192 h 189412"/>
                <a:gd name="connsiteX12" fmla="*/ 129829 w 148767"/>
                <a:gd name="connsiteY12" fmla="*/ 188768 h 189412"/>
                <a:gd name="connsiteX13" fmla="*/ 62880 w 148767"/>
                <a:gd name="connsiteY13" fmla="*/ 132783 h 189412"/>
                <a:gd name="connsiteX14" fmla="*/ 52944 w 148767"/>
                <a:gd name="connsiteY14" fmla="*/ 132783 h 189412"/>
                <a:gd name="connsiteX15" fmla="*/ 32387 w 148767"/>
                <a:gd name="connsiteY15" fmla="*/ 132783 h 189412"/>
                <a:gd name="connsiteX16" fmla="*/ 32387 w 148767"/>
                <a:gd name="connsiteY16" fmla="*/ 187604 h 189412"/>
                <a:gd name="connsiteX17" fmla="*/ -848 w 148767"/>
                <a:gd name="connsiteY17" fmla="*/ 187604 h 189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767" h="189412">
                  <a:moveTo>
                    <a:pt x="32250" y="29927"/>
                  </a:moveTo>
                  <a:lnTo>
                    <a:pt x="32250" y="103592"/>
                  </a:lnTo>
                  <a:lnTo>
                    <a:pt x="56919" y="103592"/>
                  </a:lnTo>
                  <a:cubicBezTo>
                    <a:pt x="87961" y="103592"/>
                    <a:pt x="98719" y="87009"/>
                    <a:pt x="98719" y="66383"/>
                  </a:cubicBezTo>
                  <a:cubicBezTo>
                    <a:pt x="98719" y="45756"/>
                    <a:pt x="88235" y="29927"/>
                    <a:pt x="56919" y="29927"/>
                  </a:cubicBezTo>
                  <a:close/>
                  <a:moveTo>
                    <a:pt x="-985" y="-635"/>
                  </a:moveTo>
                  <a:lnTo>
                    <a:pt x="59317" y="-635"/>
                  </a:lnTo>
                  <a:cubicBezTo>
                    <a:pt x="109409" y="-635"/>
                    <a:pt x="134694" y="26775"/>
                    <a:pt x="134694" y="66383"/>
                  </a:cubicBezTo>
                  <a:cubicBezTo>
                    <a:pt x="134832" y="91154"/>
                    <a:pt x="121332" y="113994"/>
                    <a:pt x="99610" y="125862"/>
                  </a:cubicBezTo>
                  <a:cubicBezTo>
                    <a:pt x="113795" y="138128"/>
                    <a:pt x="117769" y="157727"/>
                    <a:pt x="140314" y="157727"/>
                  </a:cubicBezTo>
                  <a:lnTo>
                    <a:pt x="147783" y="157727"/>
                  </a:lnTo>
                  <a:lnTo>
                    <a:pt x="147783" y="187192"/>
                  </a:lnTo>
                  <a:cubicBezTo>
                    <a:pt x="141890" y="188323"/>
                    <a:pt x="135860" y="188851"/>
                    <a:pt x="129829" y="188768"/>
                  </a:cubicBezTo>
                  <a:cubicBezTo>
                    <a:pt x="82958" y="188768"/>
                    <a:pt x="85631" y="145666"/>
                    <a:pt x="62880" y="132783"/>
                  </a:cubicBezTo>
                  <a:cubicBezTo>
                    <a:pt x="59660" y="132783"/>
                    <a:pt x="56439" y="132783"/>
                    <a:pt x="52944" y="132783"/>
                  </a:cubicBezTo>
                  <a:lnTo>
                    <a:pt x="32387" y="132783"/>
                  </a:lnTo>
                  <a:lnTo>
                    <a:pt x="32387" y="187604"/>
                  </a:lnTo>
                  <a:lnTo>
                    <a:pt x="-848" y="187604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A9A3231-E3ED-9220-1610-20B3DABD280C}"/>
                </a:ext>
              </a:extLst>
            </p:cNvPr>
            <p:cNvSpPr/>
            <p:nvPr/>
          </p:nvSpPr>
          <p:spPr>
            <a:xfrm>
              <a:off x="11411155" y="560432"/>
              <a:ext cx="185977" cy="190774"/>
            </a:xfrm>
            <a:custGeom>
              <a:avLst/>
              <a:gdLst>
                <a:gd name="connsiteX0" fmla="*/ 151098 w 185977"/>
                <a:gd name="connsiteY0" fmla="*/ 0 h 190774"/>
                <a:gd name="connsiteX1" fmla="*/ 93263 w 185977"/>
                <a:gd name="connsiteY1" fmla="*/ 128622 h 190774"/>
                <a:gd name="connsiteX2" fmla="*/ 35633 w 185977"/>
                <a:gd name="connsiteY2" fmla="*/ 0 h 190774"/>
                <a:gd name="connsiteX3" fmla="*/ 0 w 185977"/>
                <a:gd name="connsiteY3" fmla="*/ 0 h 190774"/>
                <a:gd name="connsiteX4" fmla="*/ 87370 w 185977"/>
                <a:gd name="connsiteY4" fmla="*/ 190774 h 190774"/>
                <a:gd name="connsiteX5" fmla="*/ 98608 w 185977"/>
                <a:gd name="connsiteY5" fmla="*/ 190774 h 190774"/>
                <a:gd name="connsiteX6" fmla="*/ 185977 w 185977"/>
                <a:gd name="connsiteY6" fmla="*/ 0 h 190774"/>
                <a:gd name="connsiteX7" fmla="*/ 151098 w 185977"/>
                <a:gd name="connsiteY7" fmla="*/ 0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77" h="190774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70" y="190774"/>
                  </a:lnTo>
                  <a:lnTo>
                    <a:pt x="98608" y="190774"/>
                  </a:lnTo>
                  <a:lnTo>
                    <a:pt x="185977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AA82847-6DBD-7E88-5068-735DDD6FAAC8}"/>
                </a:ext>
              </a:extLst>
            </p:cNvPr>
            <p:cNvSpPr/>
            <p:nvPr/>
          </p:nvSpPr>
          <p:spPr>
            <a:xfrm>
              <a:off x="11631395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163 w 122454"/>
                <a:gd name="connsiteY6" fmla="*/ 112792 h 188375"/>
                <a:gd name="connsiteX7" fmla="*/ 114163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0B9378A-2425-55C5-2A2B-8125A6DD02B9}"/>
              </a:ext>
            </a:extLst>
          </p:cNvPr>
          <p:cNvSpPr/>
          <p:nvPr userDrawn="1"/>
        </p:nvSpPr>
        <p:spPr>
          <a:xfrm>
            <a:off x="8372475" y="5233935"/>
            <a:ext cx="771525" cy="1069922"/>
          </a:xfrm>
          <a:custGeom>
            <a:avLst/>
            <a:gdLst>
              <a:gd name="connsiteX0" fmla="*/ 719995 w 1448982"/>
              <a:gd name="connsiteY0" fmla="*/ 1119378 h 1507045"/>
              <a:gd name="connsiteX1" fmla="*/ 1331309 w 1448982"/>
              <a:gd name="connsiteY1" fmla="*/ 1119378 h 1507045"/>
              <a:gd name="connsiteX2" fmla="*/ 1404338 w 1448982"/>
              <a:gd name="connsiteY2" fmla="*/ 1135373 h 1507045"/>
              <a:gd name="connsiteX3" fmla="*/ 1448982 w 1448982"/>
              <a:gd name="connsiteY3" fmla="*/ 1165809 h 1507045"/>
              <a:gd name="connsiteX4" fmla="*/ 1448982 w 1448982"/>
              <a:gd name="connsiteY4" fmla="*/ 1459947 h 1507045"/>
              <a:gd name="connsiteX5" fmla="*/ 1406401 w 1448982"/>
              <a:gd name="connsiteY5" fmla="*/ 1490049 h 1507045"/>
              <a:gd name="connsiteX6" fmla="*/ 1331309 w 1448982"/>
              <a:gd name="connsiteY6" fmla="*/ 1506950 h 1507045"/>
              <a:gd name="connsiteX7" fmla="*/ 719995 w 1448982"/>
              <a:gd name="connsiteY7" fmla="*/ 1506950 h 1507045"/>
              <a:gd name="connsiteX8" fmla="*/ 526256 w 1448982"/>
              <a:gd name="connsiteY8" fmla="*/ 1313116 h 1507045"/>
              <a:gd name="connsiteX9" fmla="*/ 719995 w 1448982"/>
              <a:gd name="connsiteY9" fmla="*/ 1119378 h 1507045"/>
              <a:gd name="connsiteX10" fmla="*/ 193834 w 1448982"/>
              <a:gd name="connsiteY10" fmla="*/ 1119378 h 1507045"/>
              <a:gd name="connsiteX11" fmla="*/ 194024 w 1448982"/>
              <a:gd name="connsiteY11" fmla="*/ 1119378 h 1507045"/>
              <a:gd name="connsiteX12" fmla="*/ 387763 w 1448982"/>
              <a:gd name="connsiteY12" fmla="*/ 1313307 h 1507045"/>
              <a:gd name="connsiteX13" fmla="*/ 193834 w 1448982"/>
              <a:gd name="connsiteY13" fmla="*/ 1507045 h 1507045"/>
              <a:gd name="connsiteX14" fmla="*/ 95 w 1448982"/>
              <a:gd name="connsiteY14" fmla="*/ 1313116 h 1507045"/>
              <a:gd name="connsiteX15" fmla="*/ 193834 w 1448982"/>
              <a:gd name="connsiteY15" fmla="*/ 1119378 h 1507045"/>
              <a:gd name="connsiteX16" fmla="*/ 193929 w 1448982"/>
              <a:gd name="connsiteY16" fmla="*/ 559784 h 1507045"/>
              <a:gd name="connsiteX17" fmla="*/ 805149 w 1448982"/>
              <a:gd name="connsiteY17" fmla="*/ 559784 h 1507045"/>
              <a:gd name="connsiteX18" fmla="*/ 813740 w 1448982"/>
              <a:gd name="connsiteY18" fmla="*/ 559784 h 1507045"/>
              <a:gd name="connsiteX19" fmla="*/ 1003230 w 1448982"/>
              <a:gd name="connsiteY19" fmla="*/ 757866 h 1507045"/>
              <a:gd name="connsiteX20" fmla="*/ 805149 w 1448982"/>
              <a:gd name="connsiteY20" fmla="*/ 947356 h 1507045"/>
              <a:gd name="connsiteX21" fmla="*/ 193929 w 1448982"/>
              <a:gd name="connsiteY21" fmla="*/ 947356 h 1507045"/>
              <a:gd name="connsiteX22" fmla="*/ 95 w 1448982"/>
              <a:gd name="connsiteY22" fmla="*/ 753523 h 1507045"/>
              <a:gd name="connsiteX23" fmla="*/ 193929 w 1448982"/>
              <a:gd name="connsiteY23" fmla="*/ 559784 h 1507045"/>
              <a:gd name="connsiteX24" fmla="*/ 1331214 w 1448982"/>
              <a:gd name="connsiteY24" fmla="*/ 559689 h 1507045"/>
              <a:gd name="connsiteX25" fmla="*/ 1406663 w 1448982"/>
              <a:gd name="connsiteY25" fmla="*/ 574922 h 1507045"/>
              <a:gd name="connsiteX26" fmla="*/ 1448982 w 1448982"/>
              <a:gd name="connsiteY26" fmla="*/ 603454 h 1507045"/>
              <a:gd name="connsiteX27" fmla="*/ 1448982 w 1448982"/>
              <a:gd name="connsiteY27" fmla="*/ 903636 h 1507045"/>
              <a:gd name="connsiteX28" fmla="*/ 1406719 w 1448982"/>
              <a:gd name="connsiteY28" fmla="*/ 932131 h 1507045"/>
              <a:gd name="connsiteX29" fmla="*/ 1331309 w 1448982"/>
              <a:gd name="connsiteY29" fmla="*/ 947356 h 1507045"/>
              <a:gd name="connsiteX30" fmla="*/ 1331214 w 1448982"/>
              <a:gd name="connsiteY30" fmla="*/ 947356 h 1507045"/>
              <a:gd name="connsiteX31" fmla="*/ 1137381 w 1448982"/>
              <a:gd name="connsiteY31" fmla="*/ 753523 h 1507045"/>
              <a:gd name="connsiteX32" fmla="*/ 1331214 w 1448982"/>
              <a:gd name="connsiteY32" fmla="*/ 559689 h 1507045"/>
              <a:gd name="connsiteX33" fmla="*/ 719995 w 1448982"/>
              <a:gd name="connsiteY33" fmla="*/ 95 h 1507045"/>
              <a:gd name="connsiteX34" fmla="*/ 1331309 w 1448982"/>
              <a:gd name="connsiteY34" fmla="*/ 95 h 1507045"/>
              <a:gd name="connsiteX35" fmla="*/ 1406727 w 1448982"/>
              <a:gd name="connsiteY35" fmla="*/ 15357 h 1507045"/>
              <a:gd name="connsiteX36" fmla="*/ 1448982 w 1448982"/>
              <a:gd name="connsiteY36" fmla="*/ 43864 h 1507045"/>
              <a:gd name="connsiteX37" fmla="*/ 1448982 w 1448982"/>
              <a:gd name="connsiteY37" fmla="*/ 343951 h 1507045"/>
              <a:gd name="connsiteX38" fmla="*/ 1406719 w 1448982"/>
              <a:gd name="connsiteY38" fmla="*/ 372444 h 1507045"/>
              <a:gd name="connsiteX39" fmla="*/ 1331309 w 1448982"/>
              <a:gd name="connsiteY39" fmla="*/ 387668 h 1507045"/>
              <a:gd name="connsiteX40" fmla="*/ 719995 w 1448982"/>
              <a:gd name="connsiteY40" fmla="*/ 387668 h 1507045"/>
              <a:gd name="connsiteX41" fmla="*/ 530504 w 1448982"/>
              <a:gd name="connsiteY41" fmla="*/ 198177 h 1507045"/>
              <a:gd name="connsiteX42" fmla="*/ 719995 w 1448982"/>
              <a:gd name="connsiteY42" fmla="*/ 95 h 1507045"/>
              <a:gd name="connsiteX43" fmla="*/ 193929 w 1448982"/>
              <a:gd name="connsiteY43" fmla="*/ 0 h 1507045"/>
              <a:gd name="connsiteX44" fmla="*/ 387668 w 1448982"/>
              <a:gd name="connsiteY44" fmla="*/ 193929 h 1507045"/>
              <a:gd name="connsiteX45" fmla="*/ 193834 w 1448982"/>
              <a:gd name="connsiteY45" fmla="*/ 387668 h 1507045"/>
              <a:gd name="connsiteX46" fmla="*/ 193739 w 1448982"/>
              <a:gd name="connsiteY46" fmla="*/ 387668 h 1507045"/>
              <a:gd name="connsiteX47" fmla="*/ 0 w 1448982"/>
              <a:gd name="connsiteY47" fmla="*/ 193738 h 1507045"/>
              <a:gd name="connsiteX48" fmla="*/ 193929 w 1448982"/>
              <a:gd name="connsiteY48" fmla="*/ 0 h 150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48982" h="1507045">
                <a:moveTo>
                  <a:pt x="719995" y="1119378"/>
                </a:moveTo>
                <a:lnTo>
                  <a:pt x="1331309" y="1119378"/>
                </a:lnTo>
                <a:cubicBezTo>
                  <a:pt x="1357231" y="1119952"/>
                  <a:pt x="1381892" y="1125601"/>
                  <a:pt x="1404338" y="1135373"/>
                </a:cubicBezTo>
                <a:lnTo>
                  <a:pt x="1448982" y="1165809"/>
                </a:lnTo>
                <a:lnTo>
                  <a:pt x="1448982" y="1459947"/>
                </a:lnTo>
                <a:lnTo>
                  <a:pt x="1406401" y="1490049"/>
                </a:lnTo>
                <a:cubicBezTo>
                  <a:pt x="1383434" y="1500370"/>
                  <a:pt x="1358065" y="1506357"/>
                  <a:pt x="1331309" y="1506950"/>
                </a:cubicBezTo>
                <a:lnTo>
                  <a:pt x="719995" y="1506950"/>
                </a:lnTo>
                <a:cubicBezTo>
                  <a:pt x="612982" y="1506893"/>
                  <a:pt x="526256" y="1420130"/>
                  <a:pt x="526256" y="1313116"/>
                </a:cubicBezTo>
                <a:cubicBezTo>
                  <a:pt x="526256" y="1206112"/>
                  <a:pt x="613000" y="1119378"/>
                  <a:pt x="719995" y="1119378"/>
                </a:cubicBezTo>
                <a:close/>
                <a:moveTo>
                  <a:pt x="193834" y="1119378"/>
                </a:moveTo>
                <a:cubicBezTo>
                  <a:pt x="193900" y="1119378"/>
                  <a:pt x="193958" y="1119378"/>
                  <a:pt x="194024" y="1119378"/>
                </a:cubicBezTo>
                <a:cubicBezTo>
                  <a:pt x="301076" y="1119425"/>
                  <a:pt x="387820" y="1206255"/>
                  <a:pt x="387763" y="1313307"/>
                </a:cubicBezTo>
                <a:cubicBezTo>
                  <a:pt x="387715" y="1420358"/>
                  <a:pt x="300885" y="1507093"/>
                  <a:pt x="193834" y="1507045"/>
                </a:cubicBezTo>
                <a:cubicBezTo>
                  <a:pt x="86782" y="1506988"/>
                  <a:pt x="48" y="1420168"/>
                  <a:pt x="95" y="1313116"/>
                </a:cubicBezTo>
                <a:cubicBezTo>
                  <a:pt x="143" y="1206141"/>
                  <a:pt x="86859" y="1119425"/>
                  <a:pt x="193834" y="1119378"/>
                </a:cubicBezTo>
                <a:close/>
                <a:moveTo>
                  <a:pt x="193929" y="559784"/>
                </a:moveTo>
                <a:lnTo>
                  <a:pt x="805149" y="559784"/>
                </a:lnTo>
                <a:cubicBezTo>
                  <a:pt x="808015" y="559717"/>
                  <a:pt x="810882" y="559717"/>
                  <a:pt x="813740" y="559784"/>
                </a:cubicBezTo>
                <a:cubicBezTo>
                  <a:pt x="920763" y="562156"/>
                  <a:pt x="1005602" y="650843"/>
                  <a:pt x="1003230" y="757866"/>
                </a:cubicBezTo>
                <a:cubicBezTo>
                  <a:pt x="1000859" y="864889"/>
                  <a:pt x="912171" y="949728"/>
                  <a:pt x="805149" y="947356"/>
                </a:cubicBezTo>
                <a:lnTo>
                  <a:pt x="193929" y="947356"/>
                </a:lnTo>
                <a:cubicBezTo>
                  <a:pt x="86878" y="947356"/>
                  <a:pt x="95" y="860574"/>
                  <a:pt x="95" y="753523"/>
                </a:cubicBezTo>
                <a:cubicBezTo>
                  <a:pt x="143" y="646509"/>
                  <a:pt x="86916" y="559784"/>
                  <a:pt x="193929" y="559784"/>
                </a:cubicBezTo>
                <a:close/>
                <a:moveTo>
                  <a:pt x="1331214" y="559689"/>
                </a:moveTo>
                <a:cubicBezTo>
                  <a:pt x="1357977" y="559689"/>
                  <a:pt x="1383473" y="565113"/>
                  <a:pt x="1406663" y="574922"/>
                </a:cubicBezTo>
                <a:lnTo>
                  <a:pt x="1448982" y="603454"/>
                </a:lnTo>
                <a:lnTo>
                  <a:pt x="1448982" y="903636"/>
                </a:lnTo>
                <a:lnTo>
                  <a:pt x="1406719" y="932131"/>
                </a:lnTo>
                <a:cubicBezTo>
                  <a:pt x="1383541" y="941935"/>
                  <a:pt x="1358058" y="947356"/>
                  <a:pt x="1331309" y="947356"/>
                </a:cubicBezTo>
                <a:cubicBezTo>
                  <a:pt x="1331281" y="947356"/>
                  <a:pt x="1331243" y="947356"/>
                  <a:pt x="1331214" y="947356"/>
                </a:cubicBezTo>
                <a:cubicBezTo>
                  <a:pt x="1224163" y="947356"/>
                  <a:pt x="1137381" y="860574"/>
                  <a:pt x="1137381" y="753523"/>
                </a:cubicBezTo>
                <a:cubicBezTo>
                  <a:pt x="1137381" y="646471"/>
                  <a:pt x="1224163" y="559689"/>
                  <a:pt x="1331214" y="559689"/>
                </a:cubicBezTo>
                <a:close/>
                <a:moveTo>
                  <a:pt x="719995" y="95"/>
                </a:moveTo>
                <a:lnTo>
                  <a:pt x="1331309" y="95"/>
                </a:lnTo>
                <a:cubicBezTo>
                  <a:pt x="1358063" y="109"/>
                  <a:pt x="1383548" y="5543"/>
                  <a:pt x="1406727" y="15357"/>
                </a:cubicBezTo>
                <a:lnTo>
                  <a:pt x="1448982" y="43864"/>
                </a:lnTo>
                <a:lnTo>
                  <a:pt x="1448982" y="343951"/>
                </a:lnTo>
                <a:lnTo>
                  <a:pt x="1406719" y="372444"/>
                </a:lnTo>
                <a:cubicBezTo>
                  <a:pt x="1383541" y="382247"/>
                  <a:pt x="1358058" y="387668"/>
                  <a:pt x="1331309" y="387668"/>
                </a:cubicBezTo>
                <a:lnTo>
                  <a:pt x="719995" y="387668"/>
                </a:lnTo>
                <a:cubicBezTo>
                  <a:pt x="616306" y="385372"/>
                  <a:pt x="532800" y="301866"/>
                  <a:pt x="530504" y="198177"/>
                </a:cubicBezTo>
                <a:cubicBezTo>
                  <a:pt x="528133" y="91154"/>
                  <a:pt x="612972" y="2467"/>
                  <a:pt x="719995" y="95"/>
                </a:cubicBezTo>
                <a:close/>
                <a:moveTo>
                  <a:pt x="193929" y="0"/>
                </a:moveTo>
                <a:cubicBezTo>
                  <a:pt x="300980" y="57"/>
                  <a:pt x="387715" y="86877"/>
                  <a:pt x="387668" y="193929"/>
                </a:cubicBezTo>
                <a:cubicBezTo>
                  <a:pt x="387620" y="300942"/>
                  <a:pt x="300847" y="387668"/>
                  <a:pt x="193834" y="387668"/>
                </a:cubicBezTo>
                <a:cubicBezTo>
                  <a:pt x="193805" y="387668"/>
                  <a:pt x="193767" y="387668"/>
                  <a:pt x="193739" y="387668"/>
                </a:cubicBezTo>
                <a:cubicBezTo>
                  <a:pt x="86687" y="387620"/>
                  <a:pt x="-57" y="300790"/>
                  <a:pt x="0" y="193738"/>
                </a:cubicBezTo>
                <a:cubicBezTo>
                  <a:pt x="48" y="86687"/>
                  <a:pt x="86878" y="-48"/>
                  <a:pt x="193929" y="0"/>
                </a:cubicBezTo>
                <a:close/>
              </a:path>
            </a:pathLst>
          </a:custGeom>
          <a:solidFill>
            <a:srgbClr val="E0044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2963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63E4A-F955-FD1F-C7BB-81FADA69A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377550-DC81-3954-7E93-A7634ABEAF4D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0" y="6545234"/>
            <a:ext cx="610362" cy="822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3357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81001" y="1178428"/>
            <a:ext cx="8368363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2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381001" y="455086"/>
            <a:ext cx="8368363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763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Relationship Id="rId2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06132A-B59D-390F-2481-79F656B74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0506" y="6472082"/>
            <a:ext cx="28695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/>
                </a:solidFill>
              </a:defRPr>
            </a:lvl1pPr>
          </a:lstStyle>
          <a:p>
            <a:fld id="{86917E82-934E-4F0E-A48C-AD18F400B9E6}" type="slidenum">
              <a:rPr lang="en-US" smtClean="0"/>
              <a:pPr/>
              <a:t>‹#›</a:t>
            </a:fld>
            <a:endParaRPr lang="en-US" dirty="0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86C3825-3E1D-4DF5-96D3-9A36993EF9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3820116495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421" imgH="423" progId="TCLayout.ActiveDocument.1">
                  <p:embed/>
                </p:oleObj>
              </mc:Choice>
              <mc:Fallback>
                <p:oleObj name="think-cell Slide" r:id="rId24" imgW="421" imgH="42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86C3825-3E1D-4DF5-96D3-9A36993EF9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A389D2-B493-486D-8825-0FF07177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8235554" cy="588809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E799F70-7233-44BB-B61B-8CE53A1F1374}"/>
              </a:ext>
            </a:extLst>
          </p:cNvPr>
          <p:cNvPicPr>
            <a:picLocks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955280" y="6545234"/>
            <a:ext cx="610362" cy="822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8B4D3F-9EFA-C725-E508-2286F2ADD121}"/>
              </a:ext>
            </a:extLst>
          </p:cNvPr>
          <p:cNvSpPr/>
          <p:nvPr userDrawn="1"/>
        </p:nvSpPr>
        <p:spPr>
          <a:xfrm>
            <a:off x="0" y="223991"/>
            <a:ext cx="67089" cy="5888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9ED7AE-23C8-9132-373A-A0413507D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0531" y="1519991"/>
            <a:ext cx="8235554" cy="4656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969BC-954D-79F9-85D8-56CF7DC0B2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923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Public</a:t>
            </a:r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80521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1" kern="120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</p:titleStyle>
    <p:bodyStyle>
      <a:lvl1pPr marL="257175" indent="-257175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2"/>
        </a:buClr>
        <a:buSzPct val="100000"/>
        <a:buFont typeface="+mj-lt"/>
        <a:buAutoNum type="arabicPeriod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428625" indent="-257175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2"/>
        </a:buClr>
        <a:buFont typeface="+mj-lt"/>
        <a:buAutoNum type="alphaLcPeriod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642938" indent="-300038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2"/>
        </a:buClr>
        <a:buSzPct val="100000"/>
        <a:buFont typeface="+mj-lt"/>
        <a:buAutoNum type="romanLcPeriod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728663" indent="-214313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942975" indent="-257175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1458000" indent="-256500" algn="l" defTabSz="6858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j-lt"/>
          <a:ea typeface="Lato" panose="020F0502020204030203" pitchFamily="34" charset="0"/>
          <a:cs typeface="Poppins" panose="00000500000000000000" pitchFamily="50" charset="0"/>
        </a:defRPr>
      </a:lvl6pPr>
      <a:lvl7pPr marL="1701000" indent="-256500" algn="l" defTabSz="6858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Lato" panose="020F0502020204030203" pitchFamily="34" charset="0"/>
          <a:cs typeface="Poppins" panose="00000500000000000000" pitchFamily="50" charset="0"/>
        </a:defRPr>
      </a:lvl7pPr>
      <a:lvl8pPr marL="1944000" indent="-256500" algn="l" defTabSz="685800" rtl="0" eaLnBrk="1" latinLnBrk="0" hangingPunct="1">
        <a:lnSpc>
          <a:spcPct val="90000"/>
        </a:lnSpc>
        <a:spcBef>
          <a:spcPts val="600"/>
        </a:spcBef>
        <a:buClr>
          <a:srgbClr val="E0044E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2">
          <p15:clr>
            <a:srgbClr val="F26B43"/>
          </p15:clr>
        </p15:guide>
        <p15:guide id="2" pos="360">
          <p15:clr>
            <a:srgbClr val="F26B43"/>
          </p15:clr>
        </p15:guide>
        <p15:guide id="3" pos="7287">
          <p15:clr>
            <a:srgbClr val="F26B43"/>
          </p15:clr>
        </p15:guide>
        <p15:guide id="4" orient="horz" pos="4224">
          <p15:clr>
            <a:srgbClr val="F26B43"/>
          </p15:clr>
        </p15:guide>
        <p15:guide id="6" orient="horz" pos="888">
          <p15:clr>
            <a:srgbClr val="F26B43"/>
          </p15:clr>
        </p15:guide>
        <p15:guide id="7" orient="horz" pos="40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DF8F19-0887-6F72-E987-925F1C0AC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2440" y="2364096"/>
            <a:ext cx="3201560" cy="321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A86851F-51E2-EF90-5405-CE3D6659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1804524"/>
            <a:ext cx="5376183" cy="1119143"/>
          </a:xfrm>
        </p:spPr>
        <p:txBody>
          <a:bodyPr/>
          <a:lstStyle/>
          <a:p>
            <a:r>
              <a:rPr lang="en-IN" sz="4400" dirty="0"/>
              <a:t>Tableau to PowerBI</a:t>
            </a:r>
            <a:br>
              <a:rPr lang="en-IN" dirty="0"/>
            </a:br>
            <a:r>
              <a:rPr lang="en-IN" sz="2400" dirty="0"/>
              <a:t>Metadata Extraction Utility</a:t>
            </a:r>
            <a:endParaRPr lang="en-US" sz="2400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5FC6570-4658-FA57-4A8D-197EE5AF8F55}"/>
              </a:ext>
            </a:extLst>
          </p:cNvPr>
          <p:cNvSpPr txBox="1">
            <a:spLocks/>
          </p:cNvSpPr>
          <p:nvPr/>
        </p:nvSpPr>
        <p:spPr>
          <a:xfrm>
            <a:off x="428623" y="3462195"/>
            <a:ext cx="5376183" cy="626701"/>
          </a:xfrm>
          <a:prstGeom prst="rect">
            <a:avLst/>
          </a:prstGeom>
        </p:spPr>
        <p:txBody>
          <a:bodyPr vert="horz" lIns="0" tIns="36000" rIns="0" bIns="36000" rtlCol="0" anchor="ctr" anchorCtr="0">
            <a:sp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kern="12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IN" sz="1800" dirty="0"/>
              <a:t>By Tanur</a:t>
            </a:r>
            <a:br>
              <a:rPr lang="en-IN" sz="1800" dirty="0"/>
            </a:br>
            <a:r>
              <a:rPr lang="en-IN" sz="1800" dirty="0"/>
              <a:t>Analyst, CIDA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67251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9BB109-E4A0-7599-61A1-D834194F6411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defTabSz="685800">
              <a:defRPr/>
            </a:pPr>
            <a:fld id="{86917E82-934E-4F0E-A48C-AD18F400B9E6}" type="slidenum">
              <a:rPr lang="en-US">
                <a:solidFill>
                  <a:srgbClr val="4C4C4D"/>
                </a:solidFill>
                <a:latin typeface="Segoe UI"/>
              </a:rPr>
              <a:pPr defTabSz="685800">
                <a:defRPr/>
              </a:pPr>
              <a:t>2</a:t>
            </a:fld>
            <a:endParaRPr lang="en-US" dirty="0">
              <a:solidFill>
                <a:srgbClr val="4C4C4D"/>
              </a:solidFill>
              <a:latin typeface="Segoe U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4CDB1F-4EEE-4E20-97DD-93FB8045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Automation Migration Utility - Objective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653801-FC64-2E52-F7B5-D49072DA75B4}"/>
              </a:ext>
            </a:extLst>
          </p:cNvPr>
          <p:cNvSpPr/>
          <p:nvPr/>
        </p:nvSpPr>
        <p:spPr>
          <a:xfrm>
            <a:off x="201864" y="198773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6D1D072-5B4D-E19B-62A9-D1374BE99B76}"/>
              </a:ext>
            </a:extLst>
          </p:cNvPr>
          <p:cNvSpPr/>
          <p:nvPr/>
        </p:nvSpPr>
        <p:spPr>
          <a:xfrm>
            <a:off x="199407" y="2905559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9B47B25-29F9-A48F-CA91-C93C7FC19FCB}"/>
              </a:ext>
            </a:extLst>
          </p:cNvPr>
          <p:cNvSpPr/>
          <p:nvPr/>
        </p:nvSpPr>
        <p:spPr>
          <a:xfrm>
            <a:off x="199406" y="3823388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2C0CC9-ADA3-2C9D-0C8B-49341DF1F32B}"/>
              </a:ext>
            </a:extLst>
          </p:cNvPr>
          <p:cNvSpPr txBox="1"/>
          <p:nvPr/>
        </p:nvSpPr>
        <p:spPr>
          <a:xfrm>
            <a:off x="546444" y="1889929"/>
            <a:ext cx="78930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000" b="1" dirty="0">
                <a:solidFill>
                  <a:srgbClr val="4C4C4D"/>
                </a:solidFill>
                <a:latin typeface="Segoe UI"/>
              </a:rPr>
              <a:t>Automate metadata extraction from Tableau dashboards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02886B-7628-2C97-2196-3328810B4DE2}"/>
              </a:ext>
            </a:extLst>
          </p:cNvPr>
          <p:cNvSpPr txBox="1"/>
          <p:nvPr/>
        </p:nvSpPr>
        <p:spPr>
          <a:xfrm>
            <a:off x="546444" y="2833495"/>
            <a:ext cx="63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000" b="1" dirty="0">
                <a:solidFill>
                  <a:srgbClr val="4C4C4D"/>
                </a:solidFill>
                <a:latin typeface="Segoe UI"/>
              </a:rPr>
              <a:t>Reduce manual effort required for migration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7D7033-349A-0470-FA8B-DD7D90BFD1A0}"/>
              </a:ext>
            </a:extLst>
          </p:cNvPr>
          <p:cNvSpPr txBox="1"/>
          <p:nvPr/>
        </p:nvSpPr>
        <p:spPr>
          <a:xfrm>
            <a:off x="546444" y="3720559"/>
            <a:ext cx="73233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000" b="1" dirty="0">
                <a:solidFill>
                  <a:srgbClr val="4C4C4D"/>
                </a:solidFill>
              </a:rPr>
              <a:t>Support large-scale Tableau-to-PowerBI transition with standardized rule processing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AA931C9-FA2A-77F1-525A-5ACA55157C9D}"/>
              </a:ext>
            </a:extLst>
          </p:cNvPr>
          <p:cNvSpPr/>
          <p:nvPr/>
        </p:nvSpPr>
        <p:spPr>
          <a:xfrm>
            <a:off x="227995" y="4741217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DE9FFC-D15B-3A6A-A225-0F6F52BD387A}"/>
              </a:ext>
            </a:extLst>
          </p:cNvPr>
          <p:cNvSpPr txBox="1"/>
          <p:nvPr/>
        </p:nvSpPr>
        <p:spPr>
          <a:xfrm>
            <a:off x="546444" y="4638388"/>
            <a:ext cx="8074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C4C4D"/>
                </a:solidFill>
              </a:rPr>
              <a:t>Improve</a:t>
            </a:r>
            <a:r>
              <a:rPr lang="en-US" dirty="0"/>
              <a:t> </a:t>
            </a:r>
            <a:r>
              <a:rPr lang="en-US" sz="2000" b="1" dirty="0">
                <a:solidFill>
                  <a:srgbClr val="4C4C4D"/>
                </a:solidFill>
              </a:rPr>
              <a:t>consistency</a:t>
            </a:r>
            <a:r>
              <a:rPr lang="en-US" dirty="0"/>
              <a:t>, </a:t>
            </a:r>
            <a:r>
              <a:rPr lang="en-US" sz="2000" b="1" dirty="0">
                <a:solidFill>
                  <a:srgbClr val="4C4C4D"/>
                </a:solidFill>
              </a:rPr>
              <a:t>transparency</a:t>
            </a:r>
            <a:r>
              <a:rPr lang="en-US" dirty="0"/>
              <a:t>, </a:t>
            </a:r>
            <a:r>
              <a:rPr lang="en-US" sz="2000" b="1" dirty="0">
                <a:solidFill>
                  <a:srgbClr val="4C4C4D"/>
                </a:solidFill>
              </a:rPr>
              <a:t>and</a:t>
            </a:r>
            <a:r>
              <a:rPr lang="en-US" dirty="0"/>
              <a:t> </a:t>
            </a:r>
            <a:r>
              <a:rPr lang="en-US" sz="2000" b="1" dirty="0">
                <a:solidFill>
                  <a:srgbClr val="4C4C4D"/>
                </a:solidFill>
              </a:rPr>
              <a:t>traceability</a:t>
            </a:r>
            <a:r>
              <a:rPr lang="en-US" dirty="0"/>
              <a:t> </a:t>
            </a:r>
            <a:r>
              <a:rPr lang="en-US" sz="2000" b="1" dirty="0">
                <a:solidFill>
                  <a:srgbClr val="4C4C4D"/>
                </a:solidFill>
              </a:rPr>
              <a:t>across</a:t>
            </a:r>
            <a:r>
              <a:rPr lang="en-US" dirty="0"/>
              <a:t> </a:t>
            </a:r>
            <a:r>
              <a:rPr lang="en-US" sz="2000" b="1" dirty="0">
                <a:solidFill>
                  <a:srgbClr val="4C4C4D"/>
                </a:solidFill>
              </a:rPr>
              <a:t>dashboards</a:t>
            </a:r>
          </a:p>
        </p:txBody>
      </p:sp>
    </p:spTree>
    <p:extLst>
      <p:ext uri="{BB962C8B-B14F-4D97-AF65-F5344CB8AC3E}">
        <p14:creationId xmlns:p14="http://schemas.microsoft.com/office/powerpoint/2010/main" val="36693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77FF-3C2E-48A2-7669-940EECAC2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DF66E3-0808-2E04-5871-E953B004346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defTabSz="685800">
              <a:defRPr/>
            </a:pPr>
            <a:fld id="{86917E82-934E-4F0E-A48C-AD18F400B9E6}" type="slidenum">
              <a:rPr lang="en-US">
                <a:solidFill>
                  <a:srgbClr val="4C4C4D"/>
                </a:solidFill>
                <a:latin typeface="Segoe UI"/>
              </a:rPr>
              <a:pPr defTabSz="685800">
                <a:defRPr/>
              </a:pPr>
              <a:t>3</a:t>
            </a:fld>
            <a:endParaRPr lang="en-US" dirty="0">
              <a:solidFill>
                <a:srgbClr val="4C4C4D"/>
              </a:solidFill>
              <a:latin typeface="Segoe U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F7C637-0A6E-EB99-8619-C81B34DD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How it works?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97CB25-A62B-4648-BF3C-07C8924E5E10}"/>
              </a:ext>
            </a:extLst>
          </p:cNvPr>
          <p:cNvSpPr/>
          <p:nvPr/>
        </p:nvSpPr>
        <p:spPr>
          <a:xfrm>
            <a:off x="201864" y="198773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9D227D-3400-2FD2-6AD2-1E5C58C045F9}"/>
              </a:ext>
            </a:extLst>
          </p:cNvPr>
          <p:cNvSpPr/>
          <p:nvPr/>
        </p:nvSpPr>
        <p:spPr>
          <a:xfrm>
            <a:off x="199409" y="415940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C4D9193-6FA0-F086-6420-471A8FA2E895}"/>
              </a:ext>
            </a:extLst>
          </p:cNvPr>
          <p:cNvSpPr/>
          <p:nvPr/>
        </p:nvSpPr>
        <p:spPr>
          <a:xfrm>
            <a:off x="201864" y="4965157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9C9C67-9D0D-BBE3-D6C1-7ED6D22CA4FD}"/>
              </a:ext>
            </a:extLst>
          </p:cNvPr>
          <p:cNvSpPr txBox="1"/>
          <p:nvPr/>
        </p:nvSpPr>
        <p:spPr>
          <a:xfrm>
            <a:off x="546443" y="1791966"/>
            <a:ext cx="771241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400" b="1" dirty="0"/>
              <a:t>Authentication &amp; Connect to Tableau Cloud via-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Server Name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Username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Password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Site Name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Project Name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Local Folder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42F4E5-9B94-183C-4405-5E4BB2F8DDC7}"/>
              </a:ext>
            </a:extLst>
          </p:cNvPr>
          <p:cNvSpPr txBox="1"/>
          <p:nvPr/>
        </p:nvSpPr>
        <p:spPr>
          <a:xfrm>
            <a:off x="546443" y="4054124"/>
            <a:ext cx="6836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400" b="1" dirty="0"/>
              <a:t>Metadata Extraction using</a:t>
            </a:r>
            <a:r>
              <a:rPr lang="en-US" sz="2400" dirty="0"/>
              <a:t> </a:t>
            </a:r>
            <a:r>
              <a:rPr lang="en-US" sz="2400" b="1" dirty="0"/>
              <a:t>automated</a:t>
            </a:r>
            <a:r>
              <a:rPr lang="en-US" sz="2400" dirty="0"/>
              <a:t> </a:t>
            </a:r>
            <a:r>
              <a:rPr lang="en-US" sz="2400" b="1" dirty="0"/>
              <a:t>engine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2BACED-2B27-50FB-80C1-FCC29B239C4F}"/>
              </a:ext>
            </a:extLst>
          </p:cNvPr>
          <p:cNvSpPr txBox="1"/>
          <p:nvPr/>
        </p:nvSpPr>
        <p:spPr>
          <a:xfrm>
            <a:off x="546444" y="4859882"/>
            <a:ext cx="73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400" b="1" dirty="0"/>
              <a:t>Output stored in a structured Excel </a:t>
            </a:r>
            <a:endParaRPr lang="en-US" sz="2400" b="1" dirty="0">
              <a:solidFill>
                <a:srgbClr val="4C4C4D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294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150FCC-1819-2B24-D26F-011465FE112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13C960-BC34-DC03-85E2-B76D9F6D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Task-Level Efficiency Gains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9B5F48-81E4-3D03-CF4A-CA7BE512A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286582"/>
              </p:ext>
            </p:extLst>
          </p:nvPr>
        </p:nvGraphicFramePr>
        <p:xfrm>
          <a:off x="504749" y="812802"/>
          <a:ext cx="8115755" cy="52343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3151">
                  <a:extLst>
                    <a:ext uri="{9D8B030D-6E8A-4147-A177-3AD203B41FA5}">
                      <a16:colId xmlns:a16="http://schemas.microsoft.com/office/drawing/2014/main" val="4172970074"/>
                    </a:ext>
                  </a:extLst>
                </a:gridCol>
                <a:gridCol w="1623151">
                  <a:extLst>
                    <a:ext uri="{9D8B030D-6E8A-4147-A177-3AD203B41FA5}">
                      <a16:colId xmlns:a16="http://schemas.microsoft.com/office/drawing/2014/main" val="4285131552"/>
                    </a:ext>
                  </a:extLst>
                </a:gridCol>
                <a:gridCol w="1623151">
                  <a:extLst>
                    <a:ext uri="{9D8B030D-6E8A-4147-A177-3AD203B41FA5}">
                      <a16:colId xmlns:a16="http://schemas.microsoft.com/office/drawing/2014/main" val="3911995519"/>
                    </a:ext>
                  </a:extLst>
                </a:gridCol>
                <a:gridCol w="1623151">
                  <a:extLst>
                    <a:ext uri="{9D8B030D-6E8A-4147-A177-3AD203B41FA5}">
                      <a16:colId xmlns:a16="http://schemas.microsoft.com/office/drawing/2014/main" val="522416322"/>
                    </a:ext>
                  </a:extLst>
                </a:gridCol>
                <a:gridCol w="1623151">
                  <a:extLst>
                    <a:ext uri="{9D8B030D-6E8A-4147-A177-3AD203B41FA5}">
                      <a16:colId xmlns:a16="http://schemas.microsoft.com/office/drawing/2014/main" val="2520312731"/>
                    </a:ext>
                  </a:extLst>
                </a:gridCol>
              </a:tblGrid>
              <a:tr h="2711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Process Step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Manual Time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Automated Time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Time Saved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Efficiency Gain(%)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300950"/>
                  </a:ext>
                </a:extLst>
              </a:tr>
              <a:tr h="2711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Accessing the   Workbook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5–10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2–7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40–70% reduction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9270196"/>
                  </a:ext>
                </a:extLst>
              </a:tr>
              <a:tr h="3651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Extracting Dashboard Details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30–40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28–38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93–95% reduction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9104016"/>
                  </a:ext>
                </a:extLst>
              </a:tr>
              <a:tr h="2711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Analyzing Calculated Fields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30–45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25–40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83–89% reduction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6567944"/>
                  </a:ext>
                </a:extLst>
              </a:tr>
              <a:tr h="3714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Conversion – Open Excel &amp; Locate Sheets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~2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100% reduction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7621891"/>
                  </a:ext>
                </a:extLst>
              </a:tr>
              <a:tr h="433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Conversion – Identify &amp; Convert Expressions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40–50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1–2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~39–48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95–98% reduction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5338626"/>
                  </a:ext>
                </a:extLst>
              </a:tr>
              <a:tr h="3411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Conversion – Validate &amp; Save Output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15–20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–15 to –20 minutes (negative saving)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Increased validation overhead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982381"/>
                  </a:ext>
                </a:extLst>
              </a:tr>
              <a:tr h="4169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Filter Extraction (per dashboard)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8-10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1–2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~7-8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90-95 % reduction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2325058"/>
                  </a:ext>
                </a:extLst>
              </a:tr>
              <a:tr h="7271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Total Estimated Time (per workbook)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~115–155 minutes 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~40–49 minutes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~75–106 minutes saved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~65–68% overall reduction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10259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8A0F2E-5845-202A-43AB-B3C4F08B8961}"/>
              </a:ext>
            </a:extLst>
          </p:cNvPr>
          <p:cNvSpPr txBox="1"/>
          <p:nvPr/>
        </p:nvSpPr>
        <p:spPr>
          <a:xfrm>
            <a:off x="434268" y="6179630"/>
            <a:ext cx="8709732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**Assumption:</a:t>
            </a:r>
            <a:r>
              <a:rPr lang="en-US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Depending on the complexity of the workbook and your familiarity with Tableau's interface.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3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3A01-C09E-3114-C961-BEC624DA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D2A37-A43E-2A1F-F6CD-8A8AB961B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543" y="1172800"/>
            <a:ext cx="7753214" cy="490178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kern="0" dirty="0">
              <a:solidFill>
                <a:schemeClr val="accent2"/>
              </a:solidFill>
              <a:latin typeface="Segoe UI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2400" b="1" kern="0" dirty="0">
                <a:solidFill>
                  <a:schemeClr val="accent2"/>
                </a:solidFill>
                <a:latin typeface="Segoe UI"/>
                <a:ea typeface="+mn-ea"/>
                <a:cs typeface="+mn-cs"/>
              </a:rPr>
              <a:t>Time Saving</a:t>
            </a:r>
          </a:p>
          <a:p>
            <a:pPr marL="171450" indent="-17145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Automates metadata extraction, </a:t>
            </a:r>
            <a:r>
              <a:rPr lang="en-IN" sz="2000" dirty="0"/>
              <a:t>reduction in manual assessment</a:t>
            </a:r>
            <a:r>
              <a:rPr lang="en-US" sz="2000" kern="0" dirty="0">
                <a:latin typeface="Segoe UI"/>
                <a:ea typeface="+mn-ea"/>
                <a:cs typeface="+mn-cs"/>
              </a:rPr>
              <a:t>.</a:t>
            </a:r>
          </a:p>
          <a:p>
            <a:pPr marL="0" indent="0">
              <a:buClr>
                <a:schemeClr val="tx1"/>
              </a:buClr>
              <a:buSzPct val="130000"/>
              <a:buNone/>
              <a:defRPr/>
            </a:pPr>
            <a:r>
              <a:rPr lang="en-US" sz="2400" b="1" kern="0" dirty="0">
                <a:solidFill>
                  <a:schemeClr val="accent2"/>
                </a:solidFill>
                <a:latin typeface="Segoe UI"/>
                <a:ea typeface="+mn-ea"/>
                <a:cs typeface="+mn-cs"/>
              </a:rPr>
              <a:t>Ensures Data Accuracy</a:t>
            </a:r>
            <a:r>
              <a:rPr lang="en-US" sz="2400" b="1" kern="0" dirty="0">
                <a:latin typeface="Segoe UI"/>
                <a:ea typeface="+mn-ea"/>
                <a:cs typeface="+mn-cs"/>
                <a:sym typeface="Roboto"/>
              </a:rPr>
              <a:t> </a:t>
            </a:r>
          </a:p>
          <a:p>
            <a:pPr marL="171450" indent="-17145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Captures calculations, joins, and dependencies reliably.</a:t>
            </a:r>
            <a:endParaRPr lang="en-US" sz="2000" kern="0" dirty="0">
              <a:latin typeface="Segoe UI"/>
              <a:ea typeface="+mn-ea"/>
              <a:cs typeface="+mn-cs"/>
              <a:sym typeface="Roboto"/>
            </a:endParaRPr>
          </a:p>
          <a:p>
            <a:pPr marL="0" indent="0">
              <a:buNone/>
            </a:pPr>
            <a:r>
              <a:rPr lang="en-US" sz="2400" b="1" kern="0" dirty="0">
                <a:solidFill>
                  <a:schemeClr val="accent2"/>
                </a:solidFill>
                <a:latin typeface="Segoe UI"/>
                <a:ea typeface="+mn-ea"/>
                <a:cs typeface="+mn-cs"/>
              </a:rPr>
              <a:t>Scalable &amp; Future -Ready</a:t>
            </a:r>
          </a:p>
          <a:p>
            <a:pPr marL="171450" indent="-171450">
              <a:spcBef>
                <a:spcPts val="225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Supports bulk processing and can evolve into a migration tool.</a:t>
            </a:r>
            <a:endParaRPr lang="en-US" sz="2000" kern="0" dirty="0">
              <a:latin typeface="Segoe UI"/>
              <a:ea typeface="+mn-ea"/>
              <a:cs typeface="+mn-cs"/>
              <a:sym typeface="Roboto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10EC85-8D7E-8E2C-B93D-5320427F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Key Benefits of the Utility</a:t>
            </a:r>
            <a:endParaRPr lang="en-IN" sz="2800" dirty="0"/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48EBB28B-2D78-3EA1-0502-C86B84C1A92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8620506" y="6512349"/>
            <a:ext cx="286952" cy="171450"/>
          </a:xfrm>
        </p:spPr>
        <p:txBody>
          <a:bodyPr/>
          <a:lstStyle/>
          <a:p>
            <a:pPr defTabSz="685800">
              <a:defRPr/>
            </a:pPr>
            <a:fld id="{86917E82-934E-4F0E-A48C-AD18F400B9E6}" type="slidenum">
              <a:rPr lang="en-US">
                <a:solidFill>
                  <a:srgbClr val="4C4C4D"/>
                </a:solidFill>
                <a:latin typeface="Segoe UI"/>
              </a:rPr>
              <a:pPr defTabSz="685800">
                <a:defRPr/>
              </a:pPr>
              <a:t>5</a:t>
            </a:fld>
            <a:endParaRPr lang="en-US" dirty="0">
              <a:solidFill>
                <a:srgbClr val="4C4C4D"/>
              </a:solidFill>
              <a:latin typeface="Segoe U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AC3DE-AFCE-E252-CCA3-2D038ACA001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293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0E60-095F-C567-93B7-FCC2FC18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D2B76F-AAE3-A1C0-78B9-A78E3CBF663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917E82-934E-4F0E-A48C-AD18F400B9E6}" type="slidenum"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4C4C4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4C4C4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FC61A8-62B6-0AA5-EA52-26450B8E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23" y="287119"/>
            <a:ext cx="8235554" cy="588809"/>
          </a:xfrm>
        </p:spPr>
        <p:txBody>
          <a:bodyPr/>
          <a:lstStyle/>
          <a:p>
            <a:br>
              <a:rPr lang="en-US" sz="2800" dirty="0"/>
            </a:br>
            <a:r>
              <a:rPr lang="en-IN" sz="2800" dirty="0"/>
              <a:t>Scalability Notes &amp; Future Enhancements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9F26E7-1348-2FBF-FEFF-03AC732ACE7C}"/>
              </a:ext>
            </a:extLst>
          </p:cNvPr>
          <p:cNvSpPr/>
          <p:nvPr/>
        </p:nvSpPr>
        <p:spPr>
          <a:xfrm>
            <a:off x="201864" y="198773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7A2ACB4-ED6C-1C77-4B9F-EE66966138EF}"/>
              </a:ext>
            </a:extLst>
          </p:cNvPr>
          <p:cNvSpPr/>
          <p:nvPr/>
        </p:nvSpPr>
        <p:spPr>
          <a:xfrm>
            <a:off x="199409" y="320015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0EE665D-5292-F450-4356-A79FE4725C69}"/>
              </a:ext>
            </a:extLst>
          </p:cNvPr>
          <p:cNvSpPr/>
          <p:nvPr/>
        </p:nvSpPr>
        <p:spPr>
          <a:xfrm>
            <a:off x="199409" y="4325617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FFD595-24ED-B229-808E-D22B7DC8DFDA}"/>
              </a:ext>
            </a:extLst>
          </p:cNvPr>
          <p:cNvSpPr txBox="1"/>
          <p:nvPr/>
        </p:nvSpPr>
        <p:spPr>
          <a:xfrm>
            <a:off x="546443" y="1876711"/>
            <a:ext cx="8235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685800">
              <a:defRPr/>
            </a:pPr>
            <a:r>
              <a:rPr lang="en-US" sz="2000" b="1" dirty="0"/>
              <a:t>Designed for Expansion : Built to handle widely used Tableau logic, with seamless extensibility for advance or uncommon expression.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7B3F25-7F43-842D-D526-9C96853BEAFA}"/>
              </a:ext>
            </a:extLst>
          </p:cNvPr>
          <p:cNvSpPr txBox="1"/>
          <p:nvPr/>
        </p:nvSpPr>
        <p:spPr>
          <a:xfrm>
            <a:off x="546444" y="4161232"/>
            <a:ext cx="82355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/>
              <a:t>Future Ready : Serves as a foundation for eventual automated Tableau-to-PowerBI conversion.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24C5B-8E9C-7F00-D099-EE0D9A4BF294}"/>
              </a:ext>
            </a:extLst>
          </p:cNvPr>
          <p:cNvSpPr txBox="1"/>
          <p:nvPr/>
        </p:nvSpPr>
        <p:spPr>
          <a:xfrm>
            <a:off x="546444" y="3099403"/>
            <a:ext cx="80511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2000" b="1" dirty="0"/>
              <a:t>Improves With Use : Each mapped function strengthens the library, enhancing accuracy and increasing efficiency over time.</a:t>
            </a:r>
          </a:p>
        </p:txBody>
      </p:sp>
    </p:spTree>
    <p:extLst>
      <p:ext uri="{BB962C8B-B14F-4D97-AF65-F5344CB8AC3E}">
        <p14:creationId xmlns:p14="http://schemas.microsoft.com/office/powerpoint/2010/main" val="53201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45D25-BDEC-7FD1-0E3E-B748067C9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18AB9B-EF3A-3ABC-2C25-7A7ED9FEB9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57060" y="5711429"/>
            <a:ext cx="286940" cy="171450"/>
          </a:xfrm>
        </p:spPr>
        <p:txBody>
          <a:bodyPr/>
          <a:lstStyle/>
          <a:p>
            <a:pPr defTabSz="685800">
              <a:defRPr/>
            </a:pPr>
            <a:fld id="{86917E82-934E-4F0E-A48C-AD18F400B9E6}" type="slidenum">
              <a:rPr lang="en-US">
                <a:solidFill>
                  <a:srgbClr val="4C4C4D"/>
                </a:solidFill>
                <a:latin typeface="Segoe UI"/>
              </a:rPr>
              <a:pPr defTabSz="685800">
                <a:defRPr/>
              </a:pPr>
              <a:t>7</a:t>
            </a:fld>
            <a:endParaRPr lang="en-US" dirty="0">
              <a:solidFill>
                <a:srgbClr val="4C4C4D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556112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Custom 9">
      <a:dk1>
        <a:srgbClr val="4C4C4D"/>
      </a:dk1>
      <a:lt1>
        <a:srgbClr val="FFFFFF"/>
      </a:lt1>
      <a:dk2>
        <a:srgbClr val="E0044E"/>
      </a:dk2>
      <a:lt2>
        <a:srgbClr val="43224D"/>
      </a:lt2>
      <a:accent1>
        <a:srgbClr val="301038"/>
      </a:accent1>
      <a:accent2>
        <a:srgbClr val="776EA9"/>
      </a:accent2>
      <a:accent3>
        <a:srgbClr val="A297B4"/>
      </a:accent3>
      <a:accent4>
        <a:srgbClr val="4CB4E6"/>
      </a:accent4>
      <a:accent5>
        <a:srgbClr val="3265AA"/>
      </a:accent5>
      <a:accent6>
        <a:srgbClr val="4D80AF"/>
      </a:accent6>
      <a:hlink>
        <a:srgbClr val="4CB4E7"/>
      </a:hlink>
      <a:folHlink>
        <a:srgbClr val="3265AA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Bef>
            <a:spcPts val="800"/>
          </a:spcBef>
          <a:buClr>
            <a:srgbClr val="E0044E"/>
          </a:buClr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5.28.2024 Updated_Evalueserve PowerPoint Template.pptx  -  Read-Only" id="{FAB6AC5F-4226-4E99-BC38-DC5682DAA7D3}" vid="{A65B16E5-22D9-425E-8643-5FFAEFD90C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b3ab16f-2b80-4aea-bde8-77b48c8d3723}" enabled="1" method="Standard" siteId="{0483ae51-a627-466e-a7dd-de2ac7e1238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370</Words>
  <Application>Microsoft Office PowerPoint</Application>
  <PresentationFormat>On-screen Show (4:3)</PresentationFormat>
  <Paragraphs>97</Paragraphs>
  <Slides>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Courier New</vt:lpstr>
      <vt:lpstr>Segoe UI</vt:lpstr>
      <vt:lpstr>1_Office Theme</vt:lpstr>
      <vt:lpstr>think-cell Slide</vt:lpstr>
      <vt:lpstr>Tableau to PowerBI Metadata Extraction Utility</vt:lpstr>
      <vt:lpstr>Automation Migration Utility - Objective</vt:lpstr>
      <vt:lpstr>How it works?</vt:lpstr>
      <vt:lpstr>Task-Level Efficiency Gains</vt:lpstr>
      <vt:lpstr>Key Benefits of the Utility</vt:lpstr>
      <vt:lpstr> Scalability Notes &amp; Future Enhancements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Tanur Yadav</cp:lastModifiedBy>
  <cp:revision>9</cp:revision>
  <dcterms:created xsi:type="dcterms:W3CDTF">2013-01-27T09:14:16Z</dcterms:created>
  <dcterms:modified xsi:type="dcterms:W3CDTF">2025-12-03T17:40:31Z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1_Office Theme:4</vt:lpwstr>
  </property>
  <property fmtid="{D5CDD505-2E9C-101B-9397-08002B2CF9AE}" pid="3" name="ClassificationContentMarkingFooterText">
    <vt:lpwstr>Sensitivity: Public</vt:lpwstr>
  </property>
</Properties>
</file>